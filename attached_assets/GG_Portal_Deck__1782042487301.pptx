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3"/>
    <p:sldId id="263" r:id="rId4"/>
    <p:sldId id="264" r:id="rId5"/>
    <p:sldId id="265" r:id="rId6"/>
    <p:sldId id="267" r:id="rId7"/>
    <p:sldId id="262" r:id="rId8"/>
    <p:sldId id="266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263002-0321-C94E-A130-1B104E90A83D}" v="68" dt="2026-01-23T08:52:49.6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447"/>
    <p:restoredTop sz="94658"/>
  </p:normalViewPr>
  <p:slideViewPr>
    <p:cSldViewPr snapToGrid="0">
      <p:cViewPr varScale="1">
        <p:scale>
          <a:sx n="95" d="100"/>
          <a:sy n="95" d="100"/>
        </p:scale>
        <p:origin x="208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am Abrams" userId="8b87e2e3-def7-4753-9565-ff1b1075c645" providerId="ADAL" clId="{5B2634ED-221E-55D7-8DDF-B45A13E6B0A9}"/>
    <pc:docChg chg="undo redo custSel addSld delSld modSld sldOrd">
      <pc:chgData name="Adam Abrams" userId="8b87e2e3-def7-4753-9565-ff1b1075c645" providerId="ADAL" clId="{5B2634ED-221E-55D7-8DDF-B45A13E6B0A9}" dt="2026-01-23T08:52:56.110" v="3001" actId="14100"/>
      <pc:docMkLst>
        <pc:docMk/>
      </pc:docMkLst>
      <pc:sldChg chg="addSp delSp modSp add del mod setBg delDesignElem">
        <pc:chgData name="Adam Abrams" userId="8b87e2e3-def7-4753-9565-ff1b1075c645" providerId="ADAL" clId="{5B2634ED-221E-55D7-8DDF-B45A13E6B0A9}" dt="2026-01-22T14:35:57.818" v="1768"/>
        <pc:sldMkLst>
          <pc:docMk/>
          <pc:sldMk cId="2163699820" sldId="256"/>
        </pc:sldMkLst>
        <pc:spChg chg="del mod">
          <ac:chgData name="Adam Abrams" userId="8b87e2e3-def7-4753-9565-ff1b1075c645" providerId="ADAL" clId="{5B2634ED-221E-55D7-8DDF-B45A13E6B0A9}" dt="2026-01-22T11:43:38.276" v="940" actId="478"/>
          <ac:spMkLst>
            <pc:docMk/>
            <pc:sldMk cId="2163699820" sldId="256"/>
            <ac:spMk id="2" creationId="{44E8B853-ECD4-3C3A-CAB6-044E71648D2F}"/>
          </ac:spMkLst>
        </pc:spChg>
        <pc:spChg chg="del mod">
          <ac:chgData name="Adam Abrams" userId="8b87e2e3-def7-4753-9565-ff1b1075c645" providerId="ADAL" clId="{5B2634ED-221E-55D7-8DDF-B45A13E6B0A9}" dt="2026-01-22T11:43:36.666" v="939" actId="478"/>
          <ac:spMkLst>
            <pc:docMk/>
            <pc:sldMk cId="2163699820" sldId="256"/>
            <ac:spMk id="3" creationId="{729272AF-E4E9-AAD3-A120-8E1CEDDE1F6D}"/>
          </ac:spMkLst>
        </pc:spChg>
        <pc:spChg chg="add mod">
          <ac:chgData name="Adam Abrams" userId="8b87e2e3-def7-4753-9565-ff1b1075c645" providerId="ADAL" clId="{5B2634ED-221E-55D7-8DDF-B45A13E6B0A9}" dt="2026-01-22T12:02:48.869" v="1363" actId="14100"/>
          <ac:spMkLst>
            <pc:docMk/>
            <pc:sldMk cId="2163699820" sldId="256"/>
            <ac:spMk id="7" creationId="{7F94BA92-61A7-16AD-66E4-C1BE8280AF9B}"/>
          </ac:spMkLst>
        </pc:spChg>
        <pc:spChg chg="add del">
          <ac:chgData name="Adam Abrams" userId="8b87e2e3-def7-4753-9565-ff1b1075c645" providerId="ADAL" clId="{5B2634ED-221E-55D7-8DDF-B45A13E6B0A9}" dt="2026-01-22T11:45:06.846" v="963" actId="26606"/>
          <ac:spMkLst>
            <pc:docMk/>
            <pc:sldMk cId="2163699820" sldId="256"/>
            <ac:spMk id="8" creationId="{A9F529C3-C941-49FD-8C67-82F134F64BDB}"/>
          </ac:spMkLst>
        </pc:spChg>
        <pc:spChg chg="add del">
          <ac:chgData name="Adam Abrams" userId="8b87e2e3-def7-4753-9565-ff1b1075c645" providerId="ADAL" clId="{5B2634ED-221E-55D7-8DDF-B45A13E6B0A9}" dt="2026-01-22T11:45:06.846" v="963" actId="26606"/>
          <ac:spMkLst>
            <pc:docMk/>
            <pc:sldMk cId="2163699820" sldId="256"/>
            <ac:spMk id="9" creationId="{20586029-32A0-47E5-9AEC-AE3ABA6B94D0}"/>
          </ac:spMkLst>
        </pc:spChg>
        <pc:spChg chg="add del">
          <ac:chgData name="Adam Abrams" userId="8b87e2e3-def7-4753-9565-ff1b1075c645" providerId="ADAL" clId="{5B2634ED-221E-55D7-8DDF-B45A13E6B0A9}" dt="2026-01-22T11:44:53.156" v="959" actId="26606"/>
          <ac:spMkLst>
            <pc:docMk/>
            <pc:sldMk cId="2163699820" sldId="256"/>
            <ac:spMk id="11" creationId="{A9F529C3-C941-49FD-8C67-82F134F64BDB}"/>
          </ac:spMkLst>
        </pc:spChg>
        <pc:spChg chg="add del">
          <ac:chgData name="Adam Abrams" userId="8b87e2e3-def7-4753-9565-ff1b1075c645" providerId="ADAL" clId="{5B2634ED-221E-55D7-8DDF-B45A13E6B0A9}" dt="2026-01-22T11:44:53.156" v="959" actId="26606"/>
          <ac:spMkLst>
            <pc:docMk/>
            <pc:sldMk cId="2163699820" sldId="256"/>
            <ac:spMk id="13" creationId="{20586029-32A0-47E5-9AEC-AE3ABA6B94D0}"/>
          </ac:spMkLst>
        </pc:spChg>
        <pc:spChg chg="add del">
          <ac:chgData name="Adam Abrams" userId="8b87e2e3-def7-4753-9565-ff1b1075c645" providerId="ADAL" clId="{5B2634ED-221E-55D7-8DDF-B45A13E6B0A9}" dt="2026-01-22T11:45:28.489" v="977" actId="26606"/>
          <ac:spMkLst>
            <pc:docMk/>
            <pc:sldMk cId="2163699820" sldId="256"/>
            <ac:spMk id="19" creationId="{A9F529C3-C941-49FD-8C67-82F134F64BDB}"/>
          </ac:spMkLst>
        </pc:spChg>
        <pc:spChg chg="add del">
          <ac:chgData name="Adam Abrams" userId="8b87e2e3-def7-4753-9565-ff1b1075c645" providerId="ADAL" clId="{5B2634ED-221E-55D7-8DDF-B45A13E6B0A9}" dt="2026-01-22T11:45:28.489" v="977" actId="26606"/>
          <ac:spMkLst>
            <pc:docMk/>
            <pc:sldMk cId="2163699820" sldId="256"/>
            <ac:spMk id="20" creationId="{20586029-32A0-47E5-9AEC-AE3ABA6B94D0}"/>
          </ac:spMkLst>
        </pc:spChg>
        <pc:picChg chg="add mod ord modCrop">
          <ac:chgData name="Adam Abrams" userId="8b87e2e3-def7-4753-9565-ff1b1075c645" providerId="ADAL" clId="{5B2634ED-221E-55D7-8DDF-B45A13E6B0A9}" dt="2026-01-22T11:45:42.223" v="986" actId="26606"/>
          <ac:picMkLst>
            <pc:docMk/>
            <pc:sldMk cId="2163699820" sldId="256"/>
            <ac:picMk id="5" creationId="{F14BECCD-E8FF-4F2A-1AE4-90B0E9B9A774}"/>
          </ac:picMkLst>
        </pc:picChg>
        <pc:picChg chg="add mod">
          <ac:chgData name="Adam Abrams" userId="8b87e2e3-def7-4753-9565-ff1b1075c645" providerId="ADAL" clId="{5B2634ED-221E-55D7-8DDF-B45A13E6B0A9}" dt="2026-01-22T11:45:42.223" v="986" actId="26606"/>
          <ac:picMkLst>
            <pc:docMk/>
            <pc:sldMk cId="2163699820" sldId="256"/>
            <ac:picMk id="6" creationId="{F576A887-BEF9-6A77-5648-27E0AFFC82E9}"/>
          </ac:picMkLst>
        </pc:picChg>
        <pc:cxnChg chg="add del">
          <ac:chgData name="Adam Abrams" userId="8b87e2e3-def7-4753-9565-ff1b1075c645" providerId="ADAL" clId="{5B2634ED-221E-55D7-8DDF-B45A13E6B0A9}" dt="2026-01-22T11:45:06.846" v="963" actId="26606"/>
          <ac:cxnSpMkLst>
            <pc:docMk/>
            <pc:sldMk cId="2163699820" sldId="256"/>
            <ac:cxnSpMk id="10" creationId="{8C730EAB-A532-4295-A302-FB4B90DB9F5E}"/>
          </ac:cxnSpMkLst>
        </pc:cxnChg>
        <pc:cxnChg chg="add del">
          <ac:chgData name="Adam Abrams" userId="8b87e2e3-def7-4753-9565-ff1b1075c645" providerId="ADAL" clId="{5B2634ED-221E-55D7-8DDF-B45A13E6B0A9}" dt="2026-01-22T11:45:12.220" v="965" actId="26606"/>
          <ac:cxnSpMkLst>
            <pc:docMk/>
            <pc:sldMk cId="2163699820" sldId="256"/>
            <ac:cxnSpMk id="12" creationId="{4D56677B-C0B7-4DAC-ACAD-8054FF1B599A}"/>
          </ac:cxnSpMkLst>
        </pc:cxnChg>
        <pc:cxnChg chg="add del">
          <ac:chgData name="Adam Abrams" userId="8b87e2e3-def7-4753-9565-ff1b1075c645" providerId="ADAL" clId="{5B2634ED-221E-55D7-8DDF-B45A13E6B0A9}" dt="2026-01-22T11:45:20.063" v="969" actId="26606"/>
          <ac:cxnSpMkLst>
            <pc:docMk/>
            <pc:sldMk cId="2163699820" sldId="256"/>
            <ac:cxnSpMk id="14" creationId="{1C6AAE25-BD23-41B5-AAE4-1DA5898C2ADB}"/>
          </ac:cxnSpMkLst>
        </pc:cxnChg>
        <pc:cxnChg chg="add del">
          <ac:chgData name="Adam Abrams" userId="8b87e2e3-def7-4753-9565-ff1b1075c645" providerId="ADAL" clId="{5B2634ED-221E-55D7-8DDF-B45A13E6B0A9}" dt="2026-01-22T11:44:53.156" v="959" actId="26606"/>
          <ac:cxnSpMkLst>
            <pc:docMk/>
            <pc:sldMk cId="2163699820" sldId="256"/>
            <ac:cxnSpMk id="15" creationId="{8C730EAB-A532-4295-A302-FB4B90DB9F5E}"/>
          </ac:cxnSpMkLst>
        </pc:cxnChg>
        <pc:cxnChg chg="add del">
          <ac:chgData name="Adam Abrams" userId="8b87e2e3-def7-4753-9565-ff1b1075c645" providerId="ADAL" clId="{5B2634ED-221E-55D7-8DDF-B45A13E6B0A9}" dt="2026-01-22T11:45:21.598" v="971" actId="26606"/>
          <ac:cxnSpMkLst>
            <pc:docMk/>
            <pc:sldMk cId="2163699820" sldId="256"/>
            <ac:cxnSpMk id="16" creationId="{4D56677B-C0B7-4DAC-ACAD-8054FF1B599A}"/>
          </ac:cxnSpMkLst>
        </pc:cxnChg>
        <pc:cxnChg chg="add del">
          <ac:chgData name="Adam Abrams" userId="8b87e2e3-def7-4753-9565-ff1b1075c645" providerId="ADAL" clId="{5B2634ED-221E-55D7-8DDF-B45A13E6B0A9}" dt="2026-01-22T11:44:57.569" v="961" actId="26606"/>
          <ac:cxnSpMkLst>
            <pc:docMk/>
            <pc:sldMk cId="2163699820" sldId="256"/>
            <ac:cxnSpMk id="17" creationId="{4D56677B-C0B7-4DAC-ACAD-8054FF1B599A}"/>
          </ac:cxnSpMkLst>
        </pc:cxnChg>
        <pc:cxnChg chg="add del">
          <ac:chgData name="Adam Abrams" userId="8b87e2e3-def7-4753-9565-ff1b1075c645" providerId="ADAL" clId="{5B2634ED-221E-55D7-8DDF-B45A13E6B0A9}" dt="2026-01-22T11:45:24.383" v="973" actId="26606"/>
          <ac:cxnSpMkLst>
            <pc:docMk/>
            <pc:sldMk cId="2163699820" sldId="256"/>
            <ac:cxnSpMk id="18" creationId="{1C6AAE25-BD23-41B5-AAE4-1DA5898C2ADB}"/>
          </ac:cxnSpMkLst>
        </pc:cxnChg>
        <pc:cxnChg chg="add del">
          <ac:chgData name="Adam Abrams" userId="8b87e2e3-def7-4753-9565-ff1b1075c645" providerId="ADAL" clId="{5B2634ED-221E-55D7-8DDF-B45A13E6B0A9}" dt="2026-01-22T11:45:28.489" v="977" actId="26606"/>
          <ac:cxnSpMkLst>
            <pc:docMk/>
            <pc:sldMk cId="2163699820" sldId="256"/>
            <ac:cxnSpMk id="21" creationId="{8C730EAB-A532-4295-A302-FB4B90DB9F5E}"/>
          </ac:cxnSpMkLst>
        </pc:cxnChg>
        <pc:cxnChg chg="add del">
          <ac:chgData name="Adam Abrams" userId="8b87e2e3-def7-4753-9565-ff1b1075c645" providerId="ADAL" clId="{5B2634ED-221E-55D7-8DDF-B45A13E6B0A9}" dt="2026-01-22T11:45:42.221" v="985" actId="26606"/>
          <ac:cxnSpMkLst>
            <pc:docMk/>
            <pc:sldMk cId="2163699820" sldId="256"/>
            <ac:cxnSpMk id="22" creationId="{4D56677B-C0B7-4DAC-ACAD-8054FF1B599A}"/>
          </ac:cxnSpMkLst>
        </pc:cxnChg>
        <pc:cxnChg chg="add del">
          <ac:chgData name="Adam Abrams" userId="8b87e2e3-def7-4753-9565-ff1b1075c645" providerId="ADAL" clId="{5B2634ED-221E-55D7-8DDF-B45A13E6B0A9}" dt="2026-01-22T11:45:29.859" v="979" actId="26606"/>
          <ac:cxnSpMkLst>
            <pc:docMk/>
            <pc:sldMk cId="2163699820" sldId="256"/>
            <ac:cxnSpMk id="23" creationId="{4D56677B-C0B7-4DAC-ACAD-8054FF1B599A}"/>
          </ac:cxnSpMkLst>
        </pc:cxnChg>
        <pc:cxnChg chg="add del">
          <ac:chgData name="Adam Abrams" userId="8b87e2e3-def7-4753-9565-ff1b1075c645" providerId="ADAL" clId="{5B2634ED-221E-55D7-8DDF-B45A13E6B0A9}" dt="2026-01-22T14:35:57.818" v="1768"/>
          <ac:cxnSpMkLst>
            <pc:docMk/>
            <pc:sldMk cId="2163699820" sldId="256"/>
            <ac:cxnSpMk id="24" creationId="{1C6AAE25-BD23-41B5-AAE4-1DA5898C2ADB}"/>
          </ac:cxnSpMkLst>
        </pc:cxnChg>
        <pc:cxnChg chg="add del">
          <ac:chgData name="Adam Abrams" userId="8b87e2e3-def7-4753-9565-ff1b1075c645" providerId="ADAL" clId="{5B2634ED-221E-55D7-8DDF-B45A13E6B0A9}" dt="2026-01-22T11:45:36.638" v="981" actId="26606"/>
          <ac:cxnSpMkLst>
            <pc:docMk/>
            <pc:sldMk cId="2163699820" sldId="256"/>
            <ac:cxnSpMk id="25" creationId="{1C6AAE25-BD23-41B5-AAE4-1DA5898C2ADB}"/>
          </ac:cxnSpMkLst>
        </pc:cxnChg>
      </pc:sldChg>
      <pc:sldChg chg="modSp del">
        <pc:chgData name="Adam Abrams" userId="8b87e2e3-def7-4753-9565-ff1b1075c645" providerId="ADAL" clId="{5B2634ED-221E-55D7-8DDF-B45A13E6B0A9}" dt="2026-01-22T11:46:06.866" v="987" actId="2696"/>
        <pc:sldMkLst>
          <pc:docMk/>
          <pc:sldMk cId="2995050914" sldId="257"/>
        </pc:sldMkLst>
        <pc:spChg chg="mod">
          <ac:chgData name="Adam Abrams" userId="8b87e2e3-def7-4753-9565-ff1b1075c645" providerId="ADAL" clId="{5B2634ED-221E-55D7-8DDF-B45A13E6B0A9}" dt="2026-01-22T11:26:06.664" v="827"/>
          <ac:spMkLst>
            <pc:docMk/>
            <pc:sldMk cId="2995050914" sldId="257"/>
            <ac:spMk id="2" creationId="{0DAEF6EB-0A79-823E-B2A0-0CE744AAD302}"/>
          </ac:spMkLst>
        </pc:spChg>
        <pc:spChg chg="mod">
          <ac:chgData name="Adam Abrams" userId="8b87e2e3-def7-4753-9565-ff1b1075c645" providerId="ADAL" clId="{5B2634ED-221E-55D7-8DDF-B45A13E6B0A9}" dt="2026-01-22T11:26:06.664" v="827"/>
          <ac:spMkLst>
            <pc:docMk/>
            <pc:sldMk cId="2995050914" sldId="257"/>
            <ac:spMk id="3" creationId="{08488F2E-4011-5B07-9F2D-6841689625BB}"/>
          </ac:spMkLst>
        </pc:spChg>
      </pc:sldChg>
      <pc:sldChg chg="modSp del">
        <pc:chgData name="Adam Abrams" userId="8b87e2e3-def7-4753-9565-ff1b1075c645" providerId="ADAL" clId="{5B2634ED-221E-55D7-8DDF-B45A13E6B0A9}" dt="2026-01-22T11:29:28.814" v="887" actId="2696"/>
        <pc:sldMkLst>
          <pc:docMk/>
          <pc:sldMk cId="338433323" sldId="258"/>
        </pc:sldMkLst>
        <pc:spChg chg="mod">
          <ac:chgData name="Adam Abrams" userId="8b87e2e3-def7-4753-9565-ff1b1075c645" providerId="ADAL" clId="{5B2634ED-221E-55D7-8DDF-B45A13E6B0A9}" dt="2026-01-22T11:26:06.664" v="827"/>
          <ac:spMkLst>
            <pc:docMk/>
            <pc:sldMk cId="338433323" sldId="258"/>
            <ac:spMk id="2" creationId="{EA4A3ED1-DEB8-9D29-B1B1-1BCCAF856230}"/>
          </ac:spMkLst>
        </pc:spChg>
        <pc:spChg chg="mod">
          <ac:chgData name="Adam Abrams" userId="8b87e2e3-def7-4753-9565-ff1b1075c645" providerId="ADAL" clId="{5B2634ED-221E-55D7-8DDF-B45A13E6B0A9}" dt="2026-01-22T11:26:06.664" v="827"/>
          <ac:spMkLst>
            <pc:docMk/>
            <pc:sldMk cId="338433323" sldId="258"/>
            <ac:spMk id="3" creationId="{D64F401B-44FA-503C-C8CC-ED61A203FD16}"/>
          </ac:spMkLst>
        </pc:spChg>
      </pc:sldChg>
      <pc:sldChg chg="addSp modSp del">
        <pc:chgData name="Adam Abrams" userId="8b87e2e3-def7-4753-9565-ff1b1075c645" providerId="ADAL" clId="{5B2634ED-221E-55D7-8DDF-B45A13E6B0A9}" dt="2026-01-22T12:01:25.527" v="1357" actId="2696"/>
        <pc:sldMkLst>
          <pc:docMk/>
          <pc:sldMk cId="2377496412" sldId="259"/>
        </pc:sldMkLst>
        <pc:spChg chg="mod">
          <ac:chgData name="Adam Abrams" userId="8b87e2e3-def7-4753-9565-ff1b1075c645" providerId="ADAL" clId="{5B2634ED-221E-55D7-8DDF-B45A13E6B0A9}" dt="2026-01-22T11:26:06.664" v="827"/>
          <ac:spMkLst>
            <pc:docMk/>
            <pc:sldMk cId="2377496412" sldId="259"/>
            <ac:spMk id="2" creationId="{6EA65115-77B8-796A-DBE0-BB26DDB75B56}"/>
          </ac:spMkLst>
        </pc:spChg>
        <pc:picChg chg="add mod">
          <ac:chgData name="Adam Abrams" userId="8b87e2e3-def7-4753-9565-ff1b1075c645" providerId="ADAL" clId="{5B2634ED-221E-55D7-8DDF-B45A13E6B0A9}" dt="2026-01-22T11:29:17.671" v="886"/>
          <ac:picMkLst>
            <pc:docMk/>
            <pc:sldMk cId="2377496412" sldId="259"/>
            <ac:picMk id="5" creationId="{BF1F2459-9E2A-B605-C149-B67F6BF9CD4A}"/>
          </ac:picMkLst>
        </pc:picChg>
      </pc:sldChg>
      <pc:sldChg chg="addSp delSp modSp new mod setBg">
        <pc:chgData name="Adam Abrams" userId="8b87e2e3-def7-4753-9565-ff1b1075c645" providerId="ADAL" clId="{5B2634ED-221E-55D7-8DDF-B45A13E6B0A9}" dt="2026-01-22T14:36:40.585" v="1779" actId="478"/>
        <pc:sldMkLst>
          <pc:docMk/>
          <pc:sldMk cId="863984945" sldId="260"/>
        </pc:sldMkLst>
        <pc:spChg chg="mod">
          <ac:chgData name="Adam Abrams" userId="8b87e2e3-def7-4753-9565-ff1b1075c645" providerId="ADAL" clId="{5B2634ED-221E-55D7-8DDF-B45A13E6B0A9}" dt="2026-01-22T14:35:57.818" v="1768"/>
          <ac:spMkLst>
            <pc:docMk/>
            <pc:sldMk cId="863984945" sldId="260"/>
            <ac:spMk id="2" creationId="{A7495C9F-E171-A9F0-10C9-A5378A32D34B}"/>
          </ac:spMkLst>
        </pc:spChg>
        <pc:spChg chg="del mod">
          <ac:chgData name="Adam Abrams" userId="8b87e2e3-def7-4753-9565-ff1b1075c645" providerId="ADAL" clId="{5B2634ED-221E-55D7-8DDF-B45A13E6B0A9}" dt="2026-01-22T11:25:23.757" v="822" actId="478"/>
          <ac:spMkLst>
            <pc:docMk/>
            <pc:sldMk cId="863984945" sldId="260"/>
            <ac:spMk id="3" creationId="{AD256F34-B282-C717-33A8-98C65EAAB5AE}"/>
          </ac:spMkLst>
        </pc:spChg>
        <pc:spChg chg="add mod">
          <ac:chgData name="Adam Abrams" userId="8b87e2e3-def7-4753-9565-ff1b1075c645" providerId="ADAL" clId="{5B2634ED-221E-55D7-8DDF-B45A13E6B0A9}" dt="2026-01-22T13:45:03.036" v="1397" actId="1076"/>
          <ac:spMkLst>
            <pc:docMk/>
            <pc:sldMk cId="863984945" sldId="260"/>
            <ac:spMk id="5" creationId="{50184FF3-7404-11F6-BEEF-8741EB336475}"/>
          </ac:spMkLst>
        </pc:spChg>
        <pc:spChg chg="add mod">
          <ac:chgData name="Adam Abrams" userId="8b87e2e3-def7-4753-9565-ff1b1075c645" providerId="ADAL" clId="{5B2634ED-221E-55D7-8DDF-B45A13E6B0A9}" dt="2026-01-22T14:08:08.427" v="1614" actId="20577"/>
          <ac:spMkLst>
            <pc:docMk/>
            <pc:sldMk cId="863984945" sldId="260"/>
            <ac:spMk id="6" creationId="{46192EE7-DC9C-D70E-09FC-E115B7D24801}"/>
          </ac:spMkLst>
        </pc:spChg>
        <pc:spChg chg="add mod">
          <ac:chgData name="Adam Abrams" userId="8b87e2e3-def7-4753-9565-ff1b1075c645" providerId="ADAL" clId="{5B2634ED-221E-55D7-8DDF-B45A13E6B0A9}" dt="2026-01-22T14:07:22.773" v="1550" actId="20577"/>
          <ac:spMkLst>
            <pc:docMk/>
            <pc:sldMk cId="863984945" sldId="260"/>
            <ac:spMk id="7" creationId="{58F89B93-9480-2C4E-D952-F0D6C0BE05F8}"/>
          </ac:spMkLst>
        </pc:spChg>
        <pc:spChg chg="add del mod">
          <ac:chgData name="Adam Abrams" userId="8b87e2e3-def7-4753-9565-ff1b1075c645" providerId="ADAL" clId="{5B2634ED-221E-55D7-8DDF-B45A13E6B0A9}" dt="2026-01-22T11:25:28.523" v="823" actId="478"/>
          <ac:spMkLst>
            <pc:docMk/>
            <pc:sldMk cId="863984945" sldId="260"/>
            <ac:spMk id="9" creationId="{A4B1724C-5F3F-52F0-B0B2-E1CEE4F04701}"/>
          </ac:spMkLst>
        </pc:spChg>
        <pc:spChg chg="add mod">
          <ac:chgData name="Adam Abrams" userId="8b87e2e3-def7-4753-9565-ff1b1075c645" providerId="ADAL" clId="{5B2634ED-221E-55D7-8DDF-B45A13E6B0A9}" dt="2026-01-22T14:07:57.133" v="1578" actId="255"/>
          <ac:spMkLst>
            <pc:docMk/>
            <pc:sldMk cId="863984945" sldId="260"/>
            <ac:spMk id="10" creationId="{DDA143C4-503B-E447-C676-9AE51829BAD1}"/>
          </ac:spMkLst>
        </pc:spChg>
        <pc:spChg chg="add mod">
          <ac:chgData name="Adam Abrams" userId="8b87e2e3-def7-4753-9565-ff1b1075c645" providerId="ADAL" clId="{5B2634ED-221E-55D7-8DDF-B45A13E6B0A9}" dt="2026-01-22T14:26:15.892" v="1625" actId="20577"/>
          <ac:spMkLst>
            <pc:docMk/>
            <pc:sldMk cId="863984945" sldId="260"/>
            <ac:spMk id="11" creationId="{0F013D39-AA0A-7F87-6AB8-8D06772D0CCE}"/>
          </ac:spMkLst>
        </pc:spChg>
        <pc:picChg chg="add del mod">
          <ac:chgData name="Adam Abrams" userId="8b87e2e3-def7-4753-9565-ff1b1075c645" providerId="ADAL" clId="{5B2634ED-221E-55D7-8DDF-B45A13E6B0A9}" dt="2026-01-22T14:36:40.585" v="1779" actId="478"/>
          <ac:picMkLst>
            <pc:docMk/>
            <pc:sldMk cId="863984945" sldId="260"/>
            <ac:picMk id="4" creationId="{F5820366-B598-C6AA-1729-1F78128FE428}"/>
          </ac:picMkLst>
        </pc:picChg>
      </pc:sldChg>
      <pc:sldChg chg="addSp delSp modSp new mod ord">
        <pc:chgData name="Adam Abrams" userId="8b87e2e3-def7-4753-9565-ff1b1075c645" providerId="ADAL" clId="{5B2634ED-221E-55D7-8DDF-B45A13E6B0A9}" dt="2026-01-23T08:40:29.021" v="2045" actId="255"/>
        <pc:sldMkLst>
          <pc:docMk/>
          <pc:sldMk cId="2674571601" sldId="261"/>
        </pc:sldMkLst>
        <pc:spChg chg="mod">
          <ac:chgData name="Adam Abrams" userId="8b87e2e3-def7-4753-9565-ff1b1075c645" providerId="ADAL" clId="{5B2634ED-221E-55D7-8DDF-B45A13E6B0A9}" dt="2026-01-22T14:35:57.818" v="1768"/>
          <ac:spMkLst>
            <pc:docMk/>
            <pc:sldMk cId="2674571601" sldId="261"/>
            <ac:spMk id="2" creationId="{3EA4816A-3C68-1B31-D31B-1FC948D1D698}"/>
          </ac:spMkLst>
        </pc:spChg>
        <pc:spChg chg="mod">
          <ac:chgData name="Adam Abrams" userId="8b87e2e3-def7-4753-9565-ff1b1075c645" providerId="ADAL" clId="{5B2634ED-221E-55D7-8DDF-B45A13E6B0A9}" dt="2026-01-23T08:40:19.601" v="2043" actId="255"/>
          <ac:spMkLst>
            <pc:docMk/>
            <pc:sldMk cId="2674571601" sldId="261"/>
            <ac:spMk id="3" creationId="{A58339F6-21A3-3FEF-8241-2C454D3BA0A8}"/>
          </ac:spMkLst>
        </pc:spChg>
        <pc:spChg chg="add mod">
          <ac:chgData name="Adam Abrams" userId="8b87e2e3-def7-4753-9565-ff1b1075c645" providerId="ADAL" clId="{5B2634ED-221E-55D7-8DDF-B45A13E6B0A9}" dt="2026-01-22T09:25:42.945" v="386"/>
          <ac:spMkLst>
            <pc:docMk/>
            <pc:sldMk cId="2674571601" sldId="261"/>
            <ac:spMk id="4" creationId="{860CFF2D-631A-094C-60B6-641EDA544B06}"/>
          </ac:spMkLst>
        </pc:spChg>
        <pc:spChg chg="add mod">
          <ac:chgData name="Adam Abrams" userId="8b87e2e3-def7-4753-9565-ff1b1075c645" providerId="ADAL" clId="{5B2634ED-221E-55D7-8DDF-B45A13E6B0A9}" dt="2026-01-23T08:40:29.021" v="2045" actId="255"/>
          <ac:spMkLst>
            <pc:docMk/>
            <pc:sldMk cId="2674571601" sldId="261"/>
            <ac:spMk id="5" creationId="{F25D313C-C5C9-7800-1950-13F3A3C36B8C}"/>
          </ac:spMkLst>
        </pc:spChg>
        <pc:spChg chg="add del mod">
          <ac:chgData name="Adam Abrams" userId="8b87e2e3-def7-4753-9565-ff1b1075c645" providerId="ADAL" clId="{5B2634ED-221E-55D7-8DDF-B45A13E6B0A9}" dt="2026-01-22T09:33:59.724" v="505"/>
          <ac:spMkLst>
            <pc:docMk/>
            <pc:sldMk cId="2674571601" sldId="261"/>
            <ac:spMk id="6" creationId="{86410E30-7DC4-2345-DC17-D91EC62243D9}"/>
          </ac:spMkLst>
        </pc:spChg>
        <pc:spChg chg="add del mod">
          <ac:chgData name="Adam Abrams" userId="8b87e2e3-def7-4753-9565-ff1b1075c645" providerId="ADAL" clId="{5B2634ED-221E-55D7-8DDF-B45A13E6B0A9}" dt="2026-01-22T09:33:58.596" v="503"/>
          <ac:spMkLst>
            <pc:docMk/>
            <pc:sldMk cId="2674571601" sldId="261"/>
            <ac:spMk id="9" creationId="{03BE4247-C8FF-E5D9-4D65-60558A7CC7D3}"/>
          </ac:spMkLst>
        </pc:spChg>
        <pc:picChg chg="add mod">
          <ac:chgData name="Adam Abrams" userId="8b87e2e3-def7-4753-9565-ff1b1075c645" providerId="ADAL" clId="{5B2634ED-221E-55D7-8DDF-B45A13E6B0A9}" dt="2026-01-22T09:33:56.670" v="501" actId="1076"/>
          <ac:picMkLst>
            <pc:docMk/>
            <pc:sldMk cId="2674571601" sldId="261"/>
            <ac:picMk id="8" creationId="{A05A8F8D-C22E-6E9E-B468-9929B8345475}"/>
          </ac:picMkLst>
        </pc:picChg>
      </pc:sldChg>
      <pc:sldChg chg="addSp delSp modSp add del mod">
        <pc:chgData name="Adam Abrams" userId="8b87e2e3-def7-4753-9565-ff1b1075c645" providerId="ADAL" clId="{5B2634ED-221E-55D7-8DDF-B45A13E6B0A9}" dt="2026-01-22T10:31:18.031" v="518" actId="2696"/>
        <pc:sldMkLst>
          <pc:docMk/>
          <pc:sldMk cId="693109039" sldId="262"/>
        </pc:sldMkLst>
        <pc:spChg chg="mod">
          <ac:chgData name="Adam Abrams" userId="8b87e2e3-def7-4753-9565-ff1b1075c645" providerId="ADAL" clId="{5B2634ED-221E-55D7-8DDF-B45A13E6B0A9}" dt="2026-01-22T10:31:07.614" v="516" actId="1076"/>
          <ac:spMkLst>
            <pc:docMk/>
            <pc:sldMk cId="693109039" sldId="262"/>
            <ac:spMk id="3" creationId="{583585E8-637B-F787-5DE9-1C9603A90F9B}"/>
          </ac:spMkLst>
        </pc:spChg>
        <pc:spChg chg="add del mod">
          <ac:chgData name="Adam Abrams" userId="8b87e2e3-def7-4753-9565-ff1b1075c645" providerId="ADAL" clId="{5B2634ED-221E-55D7-8DDF-B45A13E6B0A9}" dt="2026-01-22T10:31:10.442" v="517" actId="478"/>
          <ac:spMkLst>
            <pc:docMk/>
            <pc:sldMk cId="693109039" sldId="262"/>
            <ac:spMk id="4" creationId="{FBBCA7CA-7330-4E32-D7FA-A1A29F237018}"/>
          </ac:spMkLst>
        </pc:spChg>
        <pc:spChg chg="mod">
          <ac:chgData name="Adam Abrams" userId="8b87e2e3-def7-4753-9565-ff1b1075c645" providerId="ADAL" clId="{5B2634ED-221E-55D7-8DDF-B45A13E6B0A9}" dt="2026-01-22T10:30:22.350" v="510" actId="14100"/>
          <ac:spMkLst>
            <pc:docMk/>
            <pc:sldMk cId="693109039" sldId="262"/>
            <ac:spMk id="5" creationId="{C2B66B3F-C4C9-7F04-B591-232D29EF717F}"/>
          </ac:spMkLst>
        </pc:spChg>
        <pc:spChg chg="add mod">
          <ac:chgData name="Adam Abrams" userId="8b87e2e3-def7-4753-9565-ff1b1075c645" providerId="ADAL" clId="{5B2634ED-221E-55D7-8DDF-B45A13E6B0A9}" dt="2026-01-22T10:31:01.162" v="515"/>
          <ac:spMkLst>
            <pc:docMk/>
            <pc:sldMk cId="693109039" sldId="262"/>
            <ac:spMk id="6" creationId="{CAEDA39D-F6ED-73D3-2F90-0A8FF4E86B87}"/>
          </ac:spMkLst>
        </pc:spChg>
      </pc:sldChg>
      <pc:sldChg chg="addSp delSp modSp add mod ord">
        <pc:chgData name="Adam Abrams" userId="8b87e2e3-def7-4753-9565-ff1b1075c645" providerId="ADAL" clId="{5B2634ED-221E-55D7-8DDF-B45A13E6B0A9}" dt="2026-01-23T08:52:56.110" v="3001" actId="14100"/>
        <pc:sldMkLst>
          <pc:docMk/>
          <pc:sldMk cId="1748964117" sldId="262"/>
        </pc:sldMkLst>
        <pc:spChg chg="mod">
          <ac:chgData name="Adam Abrams" userId="8b87e2e3-def7-4753-9565-ff1b1075c645" providerId="ADAL" clId="{5B2634ED-221E-55D7-8DDF-B45A13E6B0A9}" dt="2026-01-22T14:35:57.818" v="1768"/>
          <ac:spMkLst>
            <pc:docMk/>
            <pc:sldMk cId="1748964117" sldId="262"/>
            <ac:spMk id="2" creationId="{E024C8EA-EDB4-2438-7709-958075B3EDC2}"/>
          </ac:spMkLst>
        </pc:spChg>
        <pc:spChg chg="del mod">
          <ac:chgData name="Adam Abrams" userId="8b87e2e3-def7-4753-9565-ff1b1075c645" providerId="ADAL" clId="{5B2634ED-221E-55D7-8DDF-B45A13E6B0A9}" dt="2026-01-22T10:38:28.333" v="551" actId="478"/>
          <ac:spMkLst>
            <pc:docMk/>
            <pc:sldMk cId="1748964117" sldId="262"/>
            <ac:spMk id="3" creationId="{1013819F-47FB-F636-BCC2-1C8739A870B4}"/>
          </ac:spMkLst>
        </pc:spChg>
        <pc:spChg chg="del mod">
          <ac:chgData name="Adam Abrams" userId="8b87e2e3-def7-4753-9565-ff1b1075c645" providerId="ADAL" clId="{5B2634ED-221E-55D7-8DDF-B45A13E6B0A9}" dt="2026-01-22T10:38:10.913" v="548" actId="478"/>
          <ac:spMkLst>
            <pc:docMk/>
            <pc:sldMk cId="1748964117" sldId="262"/>
            <ac:spMk id="5" creationId="{D5EA392E-7B0F-5D24-F1FD-E785A9E7C9AA}"/>
          </ac:spMkLst>
        </pc:spChg>
        <pc:spChg chg="add mod">
          <ac:chgData name="Adam Abrams" userId="8b87e2e3-def7-4753-9565-ff1b1075c645" providerId="ADAL" clId="{5B2634ED-221E-55D7-8DDF-B45A13E6B0A9}" dt="2026-01-22T10:33:54.816" v="533"/>
          <ac:spMkLst>
            <pc:docMk/>
            <pc:sldMk cId="1748964117" sldId="262"/>
            <ac:spMk id="6" creationId="{F4D0D107-E2F5-46A4-7067-251DCD1E0C43}"/>
          </ac:spMkLst>
        </pc:spChg>
        <pc:spChg chg="add mod">
          <ac:chgData name="Adam Abrams" userId="8b87e2e3-def7-4753-9565-ff1b1075c645" providerId="ADAL" clId="{5B2634ED-221E-55D7-8DDF-B45A13E6B0A9}" dt="2026-01-22T10:34:05.819" v="535"/>
          <ac:spMkLst>
            <pc:docMk/>
            <pc:sldMk cId="1748964117" sldId="262"/>
            <ac:spMk id="9" creationId="{C5300CDF-3517-FB81-1F87-B3F634D620F7}"/>
          </ac:spMkLst>
        </pc:spChg>
        <pc:spChg chg="add mod">
          <ac:chgData name="Adam Abrams" userId="8b87e2e3-def7-4753-9565-ff1b1075c645" providerId="ADAL" clId="{5B2634ED-221E-55D7-8DDF-B45A13E6B0A9}" dt="2026-01-22T10:34:11.965" v="537"/>
          <ac:spMkLst>
            <pc:docMk/>
            <pc:sldMk cId="1748964117" sldId="262"/>
            <ac:spMk id="11" creationId="{326DB446-5193-C824-4FE3-C4B901039639}"/>
          </ac:spMkLst>
        </pc:spChg>
        <pc:spChg chg="add del mod">
          <ac:chgData name="Adam Abrams" userId="8b87e2e3-def7-4753-9565-ff1b1075c645" providerId="ADAL" clId="{5B2634ED-221E-55D7-8DDF-B45A13E6B0A9}" dt="2026-01-22T10:38:30.584" v="552" actId="478"/>
          <ac:spMkLst>
            <pc:docMk/>
            <pc:sldMk cId="1748964117" sldId="262"/>
            <ac:spMk id="17" creationId="{0BC8546D-B04F-EF95-D8AC-FC6034922BB5}"/>
          </ac:spMkLst>
        </pc:spChg>
        <pc:spChg chg="add mod">
          <ac:chgData name="Adam Abrams" userId="8b87e2e3-def7-4753-9565-ff1b1075c645" providerId="ADAL" clId="{5B2634ED-221E-55D7-8DDF-B45A13E6B0A9}" dt="2026-01-23T08:52:34.391" v="2994" actId="14100"/>
          <ac:spMkLst>
            <pc:docMk/>
            <pc:sldMk cId="1748964117" sldId="262"/>
            <ac:spMk id="22" creationId="{96F24B26-FE28-D42A-E6DD-895DBFE9A5AD}"/>
          </ac:spMkLst>
        </pc:spChg>
        <pc:spChg chg="add mod">
          <ac:chgData name="Adam Abrams" userId="8b87e2e3-def7-4753-9565-ff1b1075c645" providerId="ADAL" clId="{5B2634ED-221E-55D7-8DDF-B45A13E6B0A9}" dt="2026-01-23T08:52:24.536" v="2991" actId="14100"/>
          <ac:spMkLst>
            <pc:docMk/>
            <pc:sldMk cId="1748964117" sldId="262"/>
            <ac:spMk id="23" creationId="{258D98B4-F0AF-42B8-7761-A3C547D77412}"/>
          </ac:spMkLst>
        </pc:spChg>
        <pc:spChg chg="add mod">
          <ac:chgData name="Adam Abrams" userId="8b87e2e3-def7-4753-9565-ff1b1075c645" providerId="ADAL" clId="{5B2634ED-221E-55D7-8DDF-B45A13E6B0A9}" dt="2026-01-23T08:52:47.828" v="2998" actId="14100"/>
          <ac:spMkLst>
            <pc:docMk/>
            <pc:sldMk cId="1748964117" sldId="262"/>
            <ac:spMk id="25" creationId="{30D733FA-94A2-4798-D9CF-01CCABF135A2}"/>
          </ac:spMkLst>
        </pc:spChg>
        <pc:spChg chg="add mod">
          <ac:chgData name="Adam Abrams" userId="8b87e2e3-def7-4753-9565-ff1b1075c645" providerId="ADAL" clId="{5B2634ED-221E-55D7-8DDF-B45A13E6B0A9}" dt="2026-01-23T08:52:56.110" v="3001" actId="14100"/>
          <ac:spMkLst>
            <pc:docMk/>
            <pc:sldMk cId="1748964117" sldId="262"/>
            <ac:spMk id="26" creationId="{CCBFD93F-329A-D2BA-8227-0EDB01F4DBE2}"/>
          </ac:spMkLst>
        </pc:spChg>
        <pc:graphicFrameChg chg="add mod">
          <ac:chgData name="Adam Abrams" userId="8b87e2e3-def7-4753-9565-ff1b1075c645" providerId="ADAL" clId="{5B2634ED-221E-55D7-8DDF-B45A13E6B0A9}" dt="2026-01-22T10:33:51.998" v="532"/>
          <ac:graphicFrameMkLst>
            <pc:docMk/>
            <pc:sldMk cId="1748964117" sldId="262"/>
            <ac:graphicFrameMk id="4" creationId="{FC27C59E-DD7C-8726-7BA7-B2D6650C310D}"/>
          </ac:graphicFrameMkLst>
        </pc:graphicFrameChg>
        <pc:graphicFrameChg chg="add mod">
          <ac:chgData name="Adam Abrams" userId="8b87e2e3-def7-4753-9565-ff1b1075c645" providerId="ADAL" clId="{5B2634ED-221E-55D7-8DDF-B45A13E6B0A9}" dt="2026-01-22T10:34:03.394" v="534"/>
          <ac:graphicFrameMkLst>
            <pc:docMk/>
            <pc:sldMk cId="1748964117" sldId="262"/>
            <ac:graphicFrameMk id="7" creationId="{44D9B7D6-4E79-05C6-154C-358AF82EA9D0}"/>
          </ac:graphicFrameMkLst>
        </pc:graphicFrameChg>
        <pc:graphicFrameChg chg="add mod">
          <ac:chgData name="Adam Abrams" userId="8b87e2e3-def7-4753-9565-ff1b1075c645" providerId="ADAL" clId="{5B2634ED-221E-55D7-8DDF-B45A13E6B0A9}" dt="2026-01-22T10:34:10.262" v="536"/>
          <ac:graphicFrameMkLst>
            <pc:docMk/>
            <pc:sldMk cId="1748964117" sldId="262"/>
            <ac:graphicFrameMk id="10" creationId="{3FB6245F-88B1-14BD-B3EE-824350681530}"/>
          </ac:graphicFrameMkLst>
        </pc:graphicFrameChg>
        <pc:picChg chg="add mod">
          <ac:chgData name="Adam Abrams" userId="8b87e2e3-def7-4753-9565-ff1b1075c645" providerId="ADAL" clId="{5B2634ED-221E-55D7-8DDF-B45A13E6B0A9}" dt="2026-01-22T10:40:07.961" v="565" actId="1076"/>
          <ac:picMkLst>
            <pc:docMk/>
            <pc:sldMk cId="1748964117" sldId="262"/>
            <ac:picMk id="13" creationId="{81111ACB-F17D-93BB-1BFD-DEA68562A113}"/>
          </ac:picMkLst>
        </pc:picChg>
        <pc:picChg chg="add mod">
          <ac:chgData name="Adam Abrams" userId="8b87e2e3-def7-4753-9565-ff1b1075c645" providerId="ADAL" clId="{5B2634ED-221E-55D7-8DDF-B45A13E6B0A9}" dt="2026-01-22T10:41:45.587" v="616" actId="1038"/>
          <ac:picMkLst>
            <pc:docMk/>
            <pc:sldMk cId="1748964117" sldId="262"/>
            <ac:picMk id="15" creationId="{3B333D36-8B91-C8C8-D00D-9B19E25504A1}"/>
          </ac:picMkLst>
        </pc:picChg>
        <pc:picChg chg="add mod">
          <ac:chgData name="Adam Abrams" userId="8b87e2e3-def7-4753-9565-ff1b1075c645" providerId="ADAL" clId="{5B2634ED-221E-55D7-8DDF-B45A13E6B0A9}" dt="2026-01-22T10:41:44.706" v="615" actId="1076"/>
          <ac:picMkLst>
            <pc:docMk/>
            <pc:sldMk cId="1748964117" sldId="262"/>
            <ac:picMk id="19" creationId="{705FC4E0-BF2F-9953-C80D-E48CD3A55EF9}"/>
          </ac:picMkLst>
        </pc:picChg>
        <pc:picChg chg="add mod">
          <ac:chgData name="Adam Abrams" userId="8b87e2e3-def7-4753-9565-ff1b1075c645" providerId="ADAL" clId="{5B2634ED-221E-55D7-8DDF-B45A13E6B0A9}" dt="2026-01-22T10:41:47.657" v="618" actId="1038"/>
          <ac:picMkLst>
            <pc:docMk/>
            <pc:sldMk cId="1748964117" sldId="262"/>
            <ac:picMk id="21" creationId="{06FBEF38-4C75-52D4-8828-68366952F528}"/>
          </ac:picMkLst>
        </pc:picChg>
        <pc:picChg chg="add mod">
          <ac:chgData name="Adam Abrams" userId="8b87e2e3-def7-4753-9565-ff1b1075c645" providerId="ADAL" clId="{5B2634ED-221E-55D7-8DDF-B45A13E6B0A9}" dt="2026-01-23T08:52:39.272" v="2995"/>
          <ac:picMkLst>
            <pc:docMk/>
            <pc:sldMk cId="1748964117" sldId="262"/>
            <ac:picMk id="24" creationId="{2DEE6579-779E-3F7A-8920-96DADBF020F7}"/>
          </ac:picMkLst>
        </pc:picChg>
      </pc:sldChg>
      <pc:sldChg chg="addSp delSp modSp add mod ord">
        <pc:chgData name="Adam Abrams" userId="8b87e2e3-def7-4753-9565-ff1b1075c645" providerId="ADAL" clId="{5B2634ED-221E-55D7-8DDF-B45A13E6B0A9}" dt="2026-01-23T08:38:59.031" v="2032" actId="255"/>
        <pc:sldMkLst>
          <pc:docMk/>
          <pc:sldMk cId="3365160726" sldId="263"/>
        </pc:sldMkLst>
        <pc:spChg chg="add del mod">
          <ac:chgData name="Adam Abrams" userId="8b87e2e3-def7-4753-9565-ff1b1075c645" providerId="ADAL" clId="{5B2634ED-221E-55D7-8DDF-B45A13E6B0A9}" dt="2026-01-22T14:35:57.818" v="1768"/>
          <ac:spMkLst>
            <pc:docMk/>
            <pc:sldMk cId="3365160726" sldId="263"/>
            <ac:spMk id="2" creationId="{B9263025-B350-F9CE-F4B5-D1B1DCB5D6D4}"/>
          </ac:spMkLst>
        </pc:spChg>
        <pc:spChg chg="add del mod">
          <ac:chgData name="Adam Abrams" userId="8b87e2e3-def7-4753-9565-ff1b1075c645" providerId="ADAL" clId="{5B2634ED-221E-55D7-8DDF-B45A13E6B0A9}" dt="2026-01-23T08:38:59.031" v="2032" actId="255"/>
          <ac:spMkLst>
            <pc:docMk/>
            <pc:sldMk cId="3365160726" sldId="263"/>
            <ac:spMk id="3" creationId="{9822C2BB-BBC7-FE60-4E97-847B76973ED7}"/>
          </ac:spMkLst>
        </pc:spChg>
        <pc:spChg chg="add del mod">
          <ac:chgData name="Adam Abrams" userId="8b87e2e3-def7-4753-9565-ff1b1075c645" providerId="ADAL" clId="{5B2634ED-221E-55D7-8DDF-B45A13E6B0A9}" dt="2026-01-22T11:48:06.898" v="995"/>
          <ac:spMkLst>
            <pc:docMk/>
            <pc:sldMk cId="3365160726" sldId="263"/>
            <ac:spMk id="5" creationId="{EB0D5930-A779-40A0-00BF-5FEB422BFA32}"/>
          </ac:spMkLst>
        </pc:spChg>
        <pc:spChg chg="add del mod">
          <ac:chgData name="Adam Abrams" userId="8b87e2e3-def7-4753-9565-ff1b1075c645" providerId="ADAL" clId="{5B2634ED-221E-55D7-8DDF-B45A13E6B0A9}" dt="2026-01-22T11:42:13.267" v="913" actId="478"/>
          <ac:spMkLst>
            <pc:docMk/>
            <pc:sldMk cId="3365160726" sldId="263"/>
            <ac:spMk id="6" creationId="{5EC9017B-DA93-BDCC-7088-34A02A896215}"/>
          </ac:spMkLst>
        </pc:spChg>
        <pc:spChg chg="add mod">
          <ac:chgData name="Adam Abrams" userId="8b87e2e3-def7-4753-9565-ff1b1075c645" providerId="ADAL" clId="{5B2634ED-221E-55D7-8DDF-B45A13E6B0A9}" dt="2026-01-23T08:38:44.492" v="2031" actId="255"/>
          <ac:spMkLst>
            <pc:docMk/>
            <pc:sldMk cId="3365160726" sldId="263"/>
            <ac:spMk id="7" creationId="{F4F798C5-058A-AF7E-6DCE-4BB37DE6DDD0}"/>
          </ac:spMkLst>
        </pc:spChg>
        <pc:picChg chg="add del">
          <ac:chgData name="Adam Abrams" userId="8b87e2e3-def7-4753-9565-ff1b1075c645" providerId="ADAL" clId="{5B2634ED-221E-55D7-8DDF-B45A13E6B0A9}" dt="2026-01-22T11:42:13.267" v="913" actId="478"/>
          <ac:picMkLst>
            <pc:docMk/>
            <pc:sldMk cId="3365160726" sldId="263"/>
            <ac:picMk id="8" creationId="{447AA389-E91E-34E3-1B28-F3D8E41C4A73}"/>
          </ac:picMkLst>
        </pc:picChg>
      </pc:sldChg>
      <pc:sldChg chg="modSp add del mod">
        <pc:chgData name="Adam Abrams" userId="8b87e2e3-def7-4753-9565-ff1b1075c645" providerId="ADAL" clId="{5B2634ED-221E-55D7-8DDF-B45A13E6B0A9}" dt="2026-01-22T11:48:26.986" v="1011" actId="2696"/>
        <pc:sldMkLst>
          <pc:docMk/>
          <pc:sldMk cId="1309297383" sldId="264"/>
        </pc:sldMkLst>
        <pc:spChg chg="mod">
          <ac:chgData name="Adam Abrams" userId="8b87e2e3-def7-4753-9565-ff1b1075c645" providerId="ADAL" clId="{5B2634ED-221E-55D7-8DDF-B45A13E6B0A9}" dt="2026-01-22T11:42:23.838" v="918" actId="20577"/>
          <ac:spMkLst>
            <pc:docMk/>
            <pc:sldMk cId="1309297383" sldId="264"/>
            <ac:spMk id="2" creationId="{6D9B7A21-3AB9-AC20-7C13-71C9EB15D3EF}"/>
          </ac:spMkLst>
        </pc:spChg>
      </pc:sldChg>
      <pc:sldChg chg="addSp delSp modSp add mod ord">
        <pc:chgData name="Adam Abrams" userId="8b87e2e3-def7-4753-9565-ff1b1075c645" providerId="ADAL" clId="{5B2634ED-221E-55D7-8DDF-B45A13E6B0A9}" dt="2026-01-23T08:50:40.012" v="2978" actId="20577"/>
        <pc:sldMkLst>
          <pc:docMk/>
          <pc:sldMk cId="2787264871" sldId="264"/>
        </pc:sldMkLst>
        <pc:spChg chg="mod">
          <ac:chgData name="Adam Abrams" userId="8b87e2e3-def7-4753-9565-ff1b1075c645" providerId="ADAL" clId="{5B2634ED-221E-55D7-8DDF-B45A13E6B0A9}" dt="2026-01-22T14:35:57.818" v="1768"/>
          <ac:spMkLst>
            <pc:docMk/>
            <pc:sldMk cId="2787264871" sldId="264"/>
            <ac:spMk id="2" creationId="{6BBE69F0-35F6-877D-2CD0-F4D690365A11}"/>
          </ac:spMkLst>
        </pc:spChg>
        <pc:spChg chg="del mod">
          <ac:chgData name="Adam Abrams" userId="8b87e2e3-def7-4753-9565-ff1b1075c645" providerId="ADAL" clId="{5B2634ED-221E-55D7-8DDF-B45A13E6B0A9}" dt="2026-01-22T11:49:05.361" v="1019" actId="931"/>
          <ac:spMkLst>
            <pc:docMk/>
            <pc:sldMk cId="2787264871" sldId="264"/>
            <ac:spMk id="3" creationId="{6C4119C9-5DE3-3AEA-BAB9-F04A6365199F}"/>
          </ac:spMkLst>
        </pc:spChg>
        <pc:spChg chg="mod">
          <ac:chgData name="Adam Abrams" userId="8b87e2e3-def7-4753-9565-ff1b1075c645" providerId="ADAL" clId="{5B2634ED-221E-55D7-8DDF-B45A13E6B0A9}" dt="2026-01-23T08:49:15.580" v="2879" actId="20577"/>
          <ac:spMkLst>
            <pc:docMk/>
            <pc:sldMk cId="2787264871" sldId="264"/>
            <ac:spMk id="7" creationId="{9FD87755-F3B5-7C73-7B31-A4805327E84B}"/>
          </ac:spMkLst>
        </pc:spChg>
        <pc:spChg chg="add del mod">
          <ac:chgData name="Adam Abrams" userId="8b87e2e3-def7-4753-9565-ff1b1075c645" providerId="ADAL" clId="{5B2634ED-221E-55D7-8DDF-B45A13E6B0A9}" dt="2026-01-23T08:48:52.242" v="2840" actId="478"/>
          <ac:spMkLst>
            <pc:docMk/>
            <pc:sldMk cId="2787264871" sldId="264"/>
            <ac:spMk id="11" creationId="{F468E820-6F7F-CE55-565F-D4FD8D19058D}"/>
          </ac:spMkLst>
        </pc:spChg>
        <pc:graphicFrameChg chg="add mod modGraphic">
          <ac:chgData name="Adam Abrams" userId="8b87e2e3-def7-4753-9565-ff1b1075c645" providerId="ADAL" clId="{5B2634ED-221E-55D7-8DDF-B45A13E6B0A9}" dt="2026-01-23T08:50:40.012" v="2978" actId="20577"/>
          <ac:graphicFrameMkLst>
            <pc:docMk/>
            <pc:sldMk cId="2787264871" sldId="264"/>
            <ac:graphicFrameMk id="9" creationId="{40579CE0-2E9B-6247-301E-79DD92428A17}"/>
          </ac:graphicFrameMkLst>
        </pc:graphicFrameChg>
        <pc:picChg chg="add del mod">
          <ac:chgData name="Adam Abrams" userId="8b87e2e3-def7-4753-9565-ff1b1075c645" providerId="ADAL" clId="{5B2634ED-221E-55D7-8DDF-B45A13E6B0A9}" dt="2026-01-23T08:48:44.355" v="2839" actId="478"/>
          <ac:picMkLst>
            <pc:docMk/>
            <pc:sldMk cId="2787264871" sldId="264"/>
            <ac:picMk id="6" creationId="{B4904E27-60A8-0CA4-0C41-6231CAEF730B}"/>
          </ac:picMkLst>
        </pc:picChg>
      </pc:sldChg>
      <pc:sldChg chg="modSp add del mod">
        <pc:chgData name="Adam Abrams" userId="8b87e2e3-def7-4753-9565-ff1b1075c645" providerId="ADAL" clId="{5B2634ED-221E-55D7-8DDF-B45A13E6B0A9}" dt="2026-01-22T11:48:27.983" v="1012" actId="2696"/>
        <pc:sldMkLst>
          <pc:docMk/>
          <pc:sldMk cId="281762454" sldId="265"/>
        </pc:sldMkLst>
        <pc:spChg chg="mod">
          <ac:chgData name="Adam Abrams" userId="8b87e2e3-def7-4753-9565-ff1b1075c645" providerId="ADAL" clId="{5B2634ED-221E-55D7-8DDF-B45A13E6B0A9}" dt="2026-01-22T11:42:31.853" v="927" actId="20577"/>
          <ac:spMkLst>
            <pc:docMk/>
            <pc:sldMk cId="281762454" sldId="265"/>
            <ac:spMk id="2" creationId="{AC196980-A25B-CECC-086E-EDDF0AEBD582}"/>
          </ac:spMkLst>
        </pc:spChg>
      </pc:sldChg>
      <pc:sldChg chg="modSp add mod ord">
        <pc:chgData name="Adam Abrams" userId="8b87e2e3-def7-4753-9565-ff1b1075c645" providerId="ADAL" clId="{5B2634ED-221E-55D7-8DDF-B45A13E6B0A9}" dt="2026-01-23T08:29:07.637" v="2022" actId="20577"/>
        <pc:sldMkLst>
          <pc:docMk/>
          <pc:sldMk cId="2668281319" sldId="265"/>
        </pc:sldMkLst>
        <pc:spChg chg="mod">
          <ac:chgData name="Adam Abrams" userId="8b87e2e3-def7-4753-9565-ff1b1075c645" providerId="ADAL" clId="{5B2634ED-221E-55D7-8DDF-B45A13E6B0A9}" dt="2026-01-22T14:35:57.818" v="1768"/>
          <ac:spMkLst>
            <pc:docMk/>
            <pc:sldMk cId="2668281319" sldId="265"/>
            <ac:spMk id="2" creationId="{23ADEEC0-C3BF-CAD3-7192-2AE71EB0413F}"/>
          </ac:spMkLst>
        </pc:spChg>
        <pc:spChg chg="mod">
          <ac:chgData name="Adam Abrams" userId="8b87e2e3-def7-4753-9565-ff1b1075c645" providerId="ADAL" clId="{5B2634ED-221E-55D7-8DDF-B45A13E6B0A9}" dt="2026-01-23T08:28:59.739" v="2012" actId="5793"/>
          <ac:spMkLst>
            <pc:docMk/>
            <pc:sldMk cId="2668281319" sldId="265"/>
            <ac:spMk id="3" creationId="{11E3449A-69E3-BA56-4210-5C38C94DB422}"/>
          </ac:spMkLst>
        </pc:spChg>
        <pc:spChg chg="mod">
          <ac:chgData name="Adam Abrams" userId="8b87e2e3-def7-4753-9565-ff1b1075c645" providerId="ADAL" clId="{5B2634ED-221E-55D7-8DDF-B45A13E6B0A9}" dt="2026-01-23T08:29:07.637" v="2022" actId="20577"/>
          <ac:spMkLst>
            <pc:docMk/>
            <pc:sldMk cId="2668281319" sldId="265"/>
            <ac:spMk id="7" creationId="{74A14414-4E6F-0121-9AC0-3C432EBD256F}"/>
          </ac:spMkLst>
        </pc:spChg>
      </pc:sldChg>
      <pc:sldChg chg="new del ord">
        <pc:chgData name="Adam Abrams" userId="8b87e2e3-def7-4753-9565-ff1b1075c645" providerId="ADAL" clId="{5B2634ED-221E-55D7-8DDF-B45A13E6B0A9}" dt="2026-01-22T11:52:01.935" v="1051" actId="2696"/>
        <pc:sldMkLst>
          <pc:docMk/>
          <pc:sldMk cId="2205094706" sldId="266"/>
        </pc:sldMkLst>
      </pc:sldChg>
      <pc:sldChg chg="addSp delSp modSp add mod ord">
        <pc:chgData name="Adam Abrams" userId="8b87e2e3-def7-4753-9565-ff1b1075c645" providerId="ADAL" clId="{5B2634ED-221E-55D7-8DDF-B45A13E6B0A9}" dt="2026-01-23T08:36:31.776" v="2023" actId="255"/>
        <pc:sldMkLst>
          <pc:docMk/>
          <pc:sldMk cId="2652300562" sldId="266"/>
        </pc:sldMkLst>
        <pc:spChg chg="mod">
          <ac:chgData name="Adam Abrams" userId="8b87e2e3-def7-4753-9565-ff1b1075c645" providerId="ADAL" clId="{5B2634ED-221E-55D7-8DDF-B45A13E6B0A9}" dt="2026-01-22T14:35:57.818" v="1768"/>
          <ac:spMkLst>
            <pc:docMk/>
            <pc:sldMk cId="2652300562" sldId="266"/>
            <ac:spMk id="2" creationId="{720EE38F-B708-C88F-6BE9-3E00383B8A7F}"/>
          </ac:spMkLst>
        </pc:spChg>
        <pc:spChg chg="mod">
          <ac:chgData name="Adam Abrams" userId="8b87e2e3-def7-4753-9565-ff1b1075c645" providerId="ADAL" clId="{5B2634ED-221E-55D7-8DDF-B45A13E6B0A9}" dt="2026-01-23T08:36:31.776" v="2023" actId="255"/>
          <ac:spMkLst>
            <pc:docMk/>
            <pc:sldMk cId="2652300562" sldId="266"/>
            <ac:spMk id="3" creationId="{56A9B1E0-ED9D-9F2B-0A5F-70064D2F17C3}"/>
          </ac:spMkLst>
        </pc:spChg>
        <pc:spChg chg="add mod">
          <ac:chgData name="Adam Abrams" userId="8b87e2e3-def7-4753-9565-ff1b1075c645" providerId="ADAL" clId="{5B2634ED-221E-55D7-8DDF-B45A13E6B0A9}" dt="2026-01-22T11:54:36.579" v="1134" actId="767"/>
          <ac:spMkLst>
            <pc:docMk/>
            <pc:sldMk cId="2652300562" sldId="266"/>
            <ac:spMk id="4" creationId="{4F751446-A5C4-94D6-6607-AB4F671F0789}"/>
          </ac:spMkLst>
        </pc:spChg>
        <pc:spChg chg="del mod">
          <ac:chgData name="Adam Abrams" userId="8b87e2e3-def7-4753-9565-ff1b1075c645" providerId="ADAL" clId="{5B2634ED-221E-55D7-8DDF-B45A13E6B0A9}" dt="2026-01-22T11:54:46.978" v="1136" actId="478"/>
          <ac:spMkLst>
            <pc:docMk/>
            <pc:sldMk cId="2652300562" sldId="266"/>
            <ac:spMk id="7" creationId="{69BE6A3F-E53C-C26B-6338-9DE7913CE378}"/>
          </ac:spMkLst>
        </pc:spChg>
        <pc:picChg chg="add del mod">
          <ac:chgData name="Adam Abrams" userId="8b87e2e3-def7-4753-9565-ff1b1075c645" providerId="ADAL" clId="{5B2634ED-221E-55D7-8DDF-B45A13E6B0A9}" dt="2026-01-22T14:27:15.156" v="1626" actId="478"/>
          <ac:picMkLst>
            <pc:docMk/>
            <pc:sldMk cId="2652300562" sldId="266"/>
            <ac:picMk id="9" creationId="{13B255C1-6E9E-805E-7708-F5594C9E4E7E}"/>
          </ac:picMkLst>
        </pc:picChg>
      </pc:sldChg>
      <pc:sldChg chg="modSp add del mod">
        <pc:chgData name="Adam Abrams" userId="8b87e2e3-def7-4753-9565-ff1b1075c645" providerId="ADAL" clId="{5B2634ED-221E-55D7-8DDF-B45A13E6B0A9}" dt="2026-01-22T11:48:28.909" v="1013" actId="2696"/>
        <pc:sldMkLst>
          <pc:docMk/>
          <pc:sldMk cId="2829098832" sldId="266"/>
        </pc:sldMkLst>
        <pc:spChg chg="mod">
          <ac:chgData name="Adam Abrams" userId="8b87e2e3-def7-4753-9565-ff1b1075c645" providerId="ADAL" clId="{5B2634ED-221E-55D7-8DDF-B45A13E6B0A9}" dt="2026-01-22T11:42:39.245" v="936" actId="20577"/>
          <ac:spMkLst>
            <pc:docMk/>
            <pc:sldMk cId="2829098832" sldId="266"/>
            <ac:spMk id="2" creationId="{DE9D050B-E89F-E460-F5E4-9BA96E2ADCEF}"/>
          </ac:spMkLst>
        </pc:spChg>
      </pc:sldChg>
      <pc:sldChg chg="addSp delSp modSp add mod">
        <pc:chgData name="Adam Abrams" userId="8b87e2e3-def7-4753-9565-ff1b1075c645" providerId="ADAL" clId="{5B2634ED-221E-55D7-8DDF-B45A13E6B0A9}" dt="2026-01-23T08:44:16.348" v="2360" actId="255"/>
        <pc:sldMkLst>
          <pc:docMk/>
          <pc:sldMk cId="1980550156" sldId="267"/>
        </pc:sldMkLst>
        <pc:spChg chg="mod">
          <ac:chgData name="Adam Abrams" userId="8b87e2e3-def7-4753-9565-ff1b1075c645" providerId="ADAL" clId="{5B2634ED-221E-55D7-8DDF-B45A13E6B0A9}" dt="2026-01-22T14:35:57.818" v="1768"/>
          <ac:spMkLst>
            <pc:docMk/>
            <pc:sldMk cId="1980550156" sldId="267"/>
            <ac:spMk id="2" creationId="{7D51005B-4F66-EDFB-691A-FDB2ACA92FE3}"/>
          </ac:spMkLst>
        </pc:spChg>
        <pc:spChg chg="add del mod">
          <ac:chgData name="Adam Abrams" userId="8b87e2e3-def7-4753-9565-ff1b1075c645" providerId="ADAL" clId="{5B2634ED-221E-55D7-8DDF-B45A13E6B0A9}" dt="2026-01-22T14:33:34.993" v="1691" actId="931"/>
          <ac:spMkLst>
            <pc:docMk/>
            <pc:sldMk cId="1980550156" sldId="267"/>
            <ac:spMk id="3" creationId="{60AB7A03-476B-D597-3B8A-C0D3FC99041A}"/>
          </ac:spMkLst>
        </pc:spChg>
        <pc:spChg chg="mod">
          <ac:chgData name="Adam Abrams" userId="8b87e2e3-def7-4753-9565-ff1b1075c645" providerId="ADAL" clId="{5B2634ED-221E-55D7-8DDF-B45A13E6B0A9}" dt="2026-01-23T08:44:06.199" v="2358" actId="255"/>
          <ac:spMkLst>
            <pc:docMk/>
            <pc:sldMk cId="1980550156" sldId="267"/>
            <ac:spMk id="5" creationId="{2DB52028-2A47-D5D5-C798-69676CBDF5E3}"/>
          </ac:spMkLst>
        </pc:spChg>
        <pc:spChg chg="add del mod">
          <ac:chgData name="Adam Abrams" userId="8b87e2e3-def7-4753-9565-ff1b1075c645" providerId="ADAL" clId="{5B2634ED-221E-55D7-8DDF-B45A13E6B0A9}" dt="2026-01-23T08:43:38.625" v="2353" actId="478"/>
          <ac:spMkLst>
            <pc:docMk/>
            <pc:sldMk cId="1980550156" sldId="267"/>
            <ac:spMk id="13" creationId="{3CCF6F4F-8602-6954-C6E5-2BB2C699126C}"/>
          </ac:spMkLst>
        </pc:spChg>
        <pc:graphicFrameChg chg="add mod modGraphic">
          <ac:chgData name="Adam Abrams" userId="8b87e2e3-def7-4753-9565-ff1b1075c645" providerId="ADAL" clId="{5B2634ED-221E-55D7-8DDF-B45A13E6B0A9}" dt="2026-01-23T08:44:12.208" v="2359" actId="255"/>
          <ac:graphicFrameMkLst>
            <pc:docMk/>
            <pc:sldMk cId="1980550156" sldId="267"/>
            <ac:graphicFrameMk id="10" creationId="{DCB82F1B-3B75-B85E-29F0-616F4CFB70A6}"/>
          </ac:graphicFrameMkLst>
        </pc:graphicFrameChg>
        <pc:graphicFrameChg chg="add mod modGraphic">
          <ac:chgData name="Adam Abrams" userId="8b87e2e3-def7-4753-9565-ff1b1075c645" providerId="ADAL" clId="{5B2634ED-221E-55D7-8DDF-B45A13E6B0A9}" dt="2026-01-23T08:44:16.348" v="2360" actId="255"/>
          <ac:graphicFrameMkLst>
            <pc:docMk/>
            <pc:sldMk cId="1980550156" sldId="267"/>
            <ac:graphicFrameMk id="11" creationId="{1E16D378-8C85-1984-CB1E-E72C43B4DBF6}"/>
          </ac:graphicFrameMkLst>
        </pc:graphicFrameChg>
        <pc:picChg chg="add mod">
          <ac:chgData name="Adam Abrams" userId="8b87e2e3-def7-4753-9565-ff1b1075c645" providerId="ADAL" clId="{5B2634ED-221E-55D7-8DDF-B45A13E6B0A9}" dt="2026-01-22T14:32:30.279" v="1661" actId="931"/>
          <ac:picMkLst>
            <pc:docMk/>
            <pc:sldMk cId="1980550156" sldId="267"/>
            <ac:picMk id="6" creationId="{1466A455-240C-5F6D-32AA-4BFEDC7CBE73}"/>
          </ac:picMkLst>
        </pc:picChg>
        <pc:picChg chg="add del mod">
          <ac:chgData name="Adam Abrams" userId="8b87e2e3-def7-4753-9565-ff1b1075c645" providerId="ADAL" clId="{5B2634ED-221E-55D7-8DDF-B45A13E6B0A9}" dt="2026-01-23T08:43:32.719" v="2352" actId="478"/>
          <ac:picMkLst>
            <pc:docMk/>
            <pc:sldMk cId="1980550156" sldId="267"/>
            <ac:picMk id="9" creationId="{96F50D08-0E5C-B37E-9C3B-3ACAA6DC133A}"/>
          </ac:picMkLst>
        </pc:picChg>
      </pc:sldChg>
      <pc:sldChg chg="addSp delSp modSp new mod ord setBg">
        <pc:chgData name="Adam Abrams" userId="8b87e2e3-def7-4753-9565-ff1b1075c645" providerId="ADAL" clId="{5B2634ED-221E-55D7-8DDF-B45A13E6B0A9}" dt="2026-01-22T14:36:32.087" v="1777" actId="478"/>
        <pc:sldMkLst>
          <pc:docMk/>
          <pc:sldMk cId="1364800124" sldId="268"/>
        </pc:sldMkLst>
        <pc:spChg chg="mod">
          <ac:chgData name="Adam Abrams" userId="8b87e2e3-def7-4753-9565-ff1b1075c645" providerId="ADAL" clId="{5B2634ED-221E-55D7-8DDF-B45A13E6B0A9}" dt="2026-01-22T14:35:57.818" v="1768"/>
          <ac:spMkLst>
            <pc:docMk/>
            <pc:sldMk cId="1364800124" sldId="268"/>
            <ac:spMk id="2" creationId="{601BFFC8-EB2B-9D2A-F061-39A7F279F071}"/>
          </ac:spMkLst>
        </pc:spChg>
        <pc:spChg chg="mod">
          <ac:chgData name="Adam Abrams" userId="8b87e2e3-def7-4753-9565-ff1b1075c645" providerId="ADAL" clId="{5B2634ED-221E-55D7-8DDF-B45A13E6B0A9}" dt="2026-01-22T14:35:57.818" v="1768"/>
          <ac:spMkLst>
            <pc:docMk/>
            <pc:sldMk cId="1364800124" sldId="268"/>
            <ac:spMk id="3" creationId="{594C085B-942B-BA0D-117F-9E14F2339BD4}"/>
          </ac:spMkLst>
        </pc:spChg>
        <pc:spChg chg="add del mod">
          <ac:chgData name="Adam Abrams" userId="8b87e2e3-def7-4753-9565-ff1b1075c645" providerId="ADAL" clId="{5B2634ED-221E-55D7-8DDF-B45A13E6B0A9}" dt="2026-01-22T14:35:55.980" v="1766" actId="47"/>
          <ac:spMkLst>
            <pc:docMk/>
            <pc:sldMk cId="1364800124" sldId="268"/>
            <ac:spMk id="5" creationId="{903D4C77-CD10-4D68-29E9-B61EA23709A5}"/>
          </ac:spMkLst>
        </pc:spChg>
        <pc:spChg chg="add del mod">
          <ac:chgData name="Adam Abrams" userId="8b87e2e3-def7-4753-9565-ff1b1075c645" providerId="ADAL" clId="{5B2634ED-221E-55D7-8DDF-B45A13E6B0A9}" dt="2026-01-22T14:36:14.617" v="1772"/>
          <ac:spMkLst>
            <pc:docMk/>
            <pc:sldMk cId="1364800124" sldId="268"/>
            <ac:spMk id="6" creationId="{FDF8DBED-0D8F-244A-4DB9-43BA2BE0CF1B}"/>
          </ac:spMkLst>
        </pc:spChg>
        <pc:picChg chg="add del mod">
          <ac:chgData name="Adam Abrams" userId="8b87e2e3-def7-4753-9565-ff1b1075c645" providerId="ADAL" clId="{5B2634ED-221E-55D7-8DDF-B45A13E6B0A9}" dt="2026-01-22T14:36:32.087" v="1777" actId="478"/>
          <ac:picMkLst>
            <pc:docMk/>
            <pc:sldMk cId="1364800124" sldId="268"/>
            <ac:picMk id="4" creationId="{BC39A928-4FD0-D940-E0AE-7930976FC0C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E5744-D780-D2EE-F808-F0F7B325D7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234597-6A8C-EBD6-4FEB-85C2C20AD6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9C170D-C0DE-F076-251E-3BA09491A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1EFC9-0230-334D-854E-B2C99D73698F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024C9-430D-976F-87D6-CAF64EF69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CD74C2-0F20-B006-D915-3C3AC8E5A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2BCEE-AB21-AD41-B609-EC392996E3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432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4CBF6-82CF-ABCE-E327-C4F2494E7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666E4-8908-2BCC-575A-45180E931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5FCB5-1A6C-ACD7-199B-1BD61AF44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1EFC9-0230-334D-854E-B2C99D73698F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7D76E6-AB50-5050-7BD9-5FA392165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D31984-D39A-0A7F-CE33-959B4F087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2BCEE-AB21-AD41-B609-EC392996E3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893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0B4F4-89EC-0B35-BBC4-91A7974AF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4C8ECB-CFB6-275E-F08B-0FBFDD9715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4DCF4A-5FAB-A3F0-BAB5-0F313622E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1EFC9-0230-334D-854E-B2C99D73698F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079162-1D97-B687-CA3E-9BBC6B1AC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7A315D-B5C7-1368-FEC3-AB28D911B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2BCEE-AB21-AD41-B609-EC392996E3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B581E-E3D2-D099-2976-A32ACBB82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B5434-86D9-22D9-B6C4-EA11AEA42B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3853E0-AB58-5F18-D671-9B51A600C6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BCBFFB-73D2-36B4-57BE-495B5B8C7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1EFC9-0230-334D-854E-B2C99D73698F}" type="datetimeFigureOut">
              <a:rPr lang="en-US" smtClean="0"/>
              <a:t>2/17/26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4D46CE-FA13-D0F7-6034-18A5C256B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D134F1-BA58-B073-C66C-3E3C7FD47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2BCEE-AB21-AD41-B609-EC392996E3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998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6E3B8-F5ED-F00F-73BD-D8CD5C865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2C80FD-2D5C-00C4-1D48-6DE4322A59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2D8245-7838-8293-FA89-2083AA3E5F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CFABA9-FB2D-54F8-CE0C-902EF97B84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0B8623-E36D-06E5-280B-FE324963EE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F893A9-7217-D516-A75A-C30ABA5F9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1EFC9-0230-334D-854E-B2C99D73698F}" type="datetimeFigureOut">
              <a:rPr lang="en-US" smtClean="0"/>
              <a:t>2/17/26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088B21-819B-2233-C512-FC7740275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859980-B724-6464-AAE7-C5866F08D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2BCEE-AB21-AD41-B609-EC392996E3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744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97889-A623-2C34-78A4-D9BA169D7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43EF33-324D-3D85-5C40-67B64E83D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1EFC9-0230-334D-854E-B2C99D73698F}" type="datetimeFigureOut">
              <a:rPr lang="en-US" smtClean="0"/>
              <a:t>2/17/26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FEAC49-4DDC-4757-6F48-6A16FA130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DE60D6-92B4-5579-867A-6BF6149FC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2BCEE-AB21-AD41-B609-EC392996E3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129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DD577A-8E4A-6363-E1DF-6235338C7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1EFC9-0230-334D-854E-B2C99D73698F}" type="datetimeFigureOut">
              <a:rPr lang="en-US" smtClean="0"/>
              <a:t>2/17/26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330A85-1C36-9871-33D9-CC4440B4C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C2742D-149F-BE5E-F603-1357BEDCB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2BCEE-AB21-AD41-B609-EC392996E3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079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F6648-0F96-17D3-C0BD-4D1039222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84300-D402-5A06-8675-FE6EBE4028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4EDB50-F7D7-FD6F-9290-BF59CDD5A1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D87A3F-24F6-77B7-FFE5-0B97FB964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1EFC9-0230-334D-854E-B2C99D73698F}" type="datetimeFigureOut">
              <a:rPr lang="en-US" smtClean="0"/>
              <a:t>2/17/26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36F59F-C310-8644-429E-E8B78D989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848D24-F414-63F6-8EEB-52BB1DED8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2BCEE-AB21-AD41-B609-EC392996E3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866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8F9B8-BDCD-78F8-BB60-345FD838E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5767EC-2505-4018-0683-4CE2A5A35B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C031A2-EAC8-09FB-BE29-1E17412832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1D8A90-DC97-041D-C4D9-DB4560F10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1EFC9-0230-334D-854E-B2C99D73698F}" type="datetimeFigureOut">
              <a:rPr lang="en-US" smtClean="0"/>
              <a:t>2/17/26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021E6B-9B37-B3F5-6118-6E7C48D42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FDFA43-5D66-987B-A856-3024527FB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2BCEE-AB21-AD41-B609-EC392996E3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101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B1376-342D-30BA-6CE9-43EC93FC5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1815B0-041C-248D-C5EE-5C2FE26AC3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ADF23C-4133-4096-FF5A-3096F21C0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1EFC9-0230-334D-854E-B2C99D73698F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8B84B1-C41F-C91B-5B51-134C72484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3EF466-5E96-0FA6-2DB1-13CC40EFF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2BCEE-AB21-AD41-B609-EC392996E3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106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C06CB2-6349-DF5A-2B0F-1897A72698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C3B44F-A621-4A69-1FEA-86A43E7781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7A834-73C1-85AD-5D7D-224BB8B85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1EFC9-0230-334D-854E-B2C99D73698F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8F3B82-4603-3EE5-66E6-A980B6ABD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22E129-5506-1CA7-7989-43FFBA0AD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2BCEE-AB21-AD41-B609-EC392996E3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917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B0608A-C5DC-A926-3521-DF69C43D7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12C186-9A10-3346-0AF4-0C8C155033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EFFA8-07B3-1ABA-A756-B32139185B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F1EFC9-0230-334D-854E-B2C99D73698F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8F885-3A3A-7FCD-6C72-440B3CF458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2ABCD0-85FF-7049-1BD0-7E4906BD94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02BCEE-AB21-AD41-B609-EC392996E3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290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login form&#10;&#10;AI-generated content may be incorrect.">
            <a:extLst>
              <a:ext uri="{FF2B5EF4-FFF2-40B4-BE49-F238E27FC236}">
                <a16:creationId xmlns:a16="http://schemas.microsoft.com/office/drawing/2014/main" id="{F14BECCD-E8FF-4F2A-1AE4-90B0E9B9A7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712" t="4008" r="31863" b="2398"/>
          <a:stretch>
            <a:fillRect/>
          </a:stretch>
        </p:blipFill>
        <p:spPr>
          <a:xfrm>
            <a:off x="1180848" y="1123527"/>
            <a:ext cx="3227291" cy="4604800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C6AAE25-BD23-41B5-AAE4-1DA5898C2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573887"/>
            <a:ext cx="0" cy="3710227"/>
          </a:xfrm>
          <a:prstGeom prst="line">
            <a:avLst/>
          </a:prstGeom>
          <a:ln w="19050">
            <a:solidFill>
              <a:srgbClr val="F69E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F576A887-BEF9-6A77-5648-27E0AFFC82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6676" y="1879782"/>
            <a:ext cx="6184580" cy="30922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94BA92-61A7-16AD-66E4-C1BE8280AF9B}"/>
              </a:ext>
            </a:extLst>
          </p:cNvPr>
          <p:cNvSpPr txBox="1"/>
          <p:nvPr/>
        </p:nvSpPr>
        <p:spPr>
          <a:xfrm>
            <a:off x="6934200" y="4178300"/>
            <a:ext cx="386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Guardian Group Compliance Portal</a:t>
            </a:r>
          </a:p>
        </p:txBody>
      </p:sp>
    </p:spTree>
    <p:extLst>
      <p:ext uri="{BB962C8B-B14F-4D97-AF65-F5344CB8AC3E}">
        <p14:creationId xmlns:p14="http://schemas.microsoft.com/office/powerpoint/2010/main" val="2163699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EFDD8-7755-A8A4-EBCB-2F4E99E19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8989F-EF7C-C652-58A7-A9A8BBBB2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5475DF-2388-93B0-6A75-88599BC86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4833551" cy="4586545"/>
          </a:xfrm>
        </p:spPr>
        <p:txBody>
          <a:bodyPr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What is the portal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Why does it have value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How does it work</a:t>
            </a:r>
          </a:p>
          <a:p>
            <a:pPr lvl="1"/>
            <a:r>
              <a:rPr lang="en-US" sz="2800" dirty="0">
                <a:solidFill>
                  <a:schemeClr val="bg1">
                    <a:lumMod val="50000"/>
                  </a:schemeClr>
                </a:solidFill>
              </a:rPr>
              <a:t>API Integrations – Accelo</a:t>
            </a:r>
          </a:p>
          <a:p>
            <a:pPr lvl="1"/>
            <a:r>
              <a:rPr lang="en-US" sz="2800" dirty="0">
                <a:solidFill>
                  <a:schemeClr val="bg1">
                    <a:lumMod val="50000"/>
                  </a:schemeClr>
                </a:solidFill>
              </a:rPr>
              <a:t>Security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Where can it go</a:t>
            </a:r>
          </a:p>
          <a:p>
            <a:pPr lvl="1"/>
            <a:r>
              <a:rPr lang="en-US" sz="2800" dirty="0">
                <a:solidFill>
                  <a:schemeClr val="bg1">
                    <a:lumMod val="50000"/>
                  </a:schemeClr>
                </a:solidFill>
              </a:rPr>
              <a:t>AI Automations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5AF35C5-8342-9767-B5B0-1CD43C7E5C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5835" y="416816"/>
            <a:ext cx="2457965" cy="1225705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EABD45-30C5-062A-59F3-69FC51C9A075}"/>
              </a:ext>
            </a:extLst>
          </p:cNvPr>
          <p:cNvSpPr txBox="1">
            <a:spLocks/>
          </p:cNvSpPr>
          <p:nvPr/>
        </p:nvSpPr>
        <p:spPr>
          <a:xfrm>
            <a:off x="6183527" y="1692272"/>
            <a:ext cx="4833551" cy="4586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149822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703D6-5E54-7D99-EDE3-D0221EB7E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63025-B350-F9CE-F4B5-D1B1DCB5D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portal?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2C2BB-BBC7-FE60-4E97-847B76973E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4833551" cy="458654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/>
              <a:t>Guardian Group Compliance Portal</a:t>
            </a:r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r>
              <a:rPr lang="en-US" dirty="0"/>
              <a:t>A centralised digital platform for managing Health &amp; Safety and HR/Employment Law compliance across multiple client sites.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400" dirty="0"/>
              <a:t>It replaces SharePoint, scattered spreadsheets, emails, and paper trails with a single, secure system.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B0D5930-A779-40A0-00BF-5FEB422BFA32}"/>
              </a:ext>
            </a:extLst>
          </p:cNvPr>
          <p:cNvSpPr txBox="1">
            <a:spLocks/>
          </p:cNvSpPr>
          <p:nvPr/>
        </p:nvSpPr>
        <p:spPr>
          <a:xfrm>
            <a:off x="5846805" y="1690686"/>
            <a:ext cx="4833551" cy="45865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en-US" sz="13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7AA389-E91E-34E3-1B28-F3D8E41C4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5835" y="416816"/>
            <a:ext cx="2457965" cy="1225705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4F798C5-058A-AF7E-6DCE-4BB37DE6DDD0}"/>
              </a:ext>
            </a:extLst>
          </p:cNvPr>
          <p:cNvSpPr txBox="1">
            <a:spLocks/>
          </p:cNvSpPr>
          <p:nvPr/>
        </p:nvSpPr>
        <p:spPr>
          <a:xfrm>
            <a:off x="6183527" y="1692272"/>
            <a:ext cx="4833551" cy="4586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/>
              <a:t>Core Capabilities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b="1" dirty="0"/>
          </a:p>
          <a:p>
            <a:r>
              <a:rPr lang="en-US" sz="1600" dirty="0"/>
              <a:t>Document Management</a:t>
            </a:r>
          </a:p>
          <a:p>
            <a:r>
              <a:rPr lang="en-US" sz="1600" dirty="0"/>
              <a:t>Training Library</a:t>
            </a:r>
          </a:p>
          <a:p>
            <a:r>
              <a:rPr lang="en-US" sz="1600" dirty="0"/>
              <a:t>Multi-Site Management</a:t>
            </a:r>
          </a:p>
          <a:p>
            <a:r>
              <a:rPr lang="en-US" sz="1600" dirty="0"/>
              <a:t>Compliance Dashboard</a:t>
            </a:r>
          </a:p>
          <a:p>
            <a:r>
              <a:rPr lang="en-US" sz="1600" dirty="0"/>
              <a:t>Audit Trail</a:t>
            </a:r>
          </a:p>
        </p:txBody>
      </p:sp>
    </p:spTree>
    <p:extLst>
      <p:ext uri="{BB962C8B-B14F-4D97-AF65-F5344CB8AC3E}">
        <p14:creationId xmlns:p14="http://schemas.microsoft.com/office/powerpoint/2010/main" val="3365160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84235-A811-4D2A-CB06-39A8CF6A8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E69F0-35F6-877D-2CD0-F4D690365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does it have value?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DA64E40-386C-FF81-AF78-593BBC77EBFC}"/>
              </a:ext>
            </a:extLst>
          </p:cNvPr>
          <p:cNvSpPr txBox="1">
            <a:spLocks/>
          </p:cNvSpPr>
          <p:nvPr/>
        </p:nvSpPr>
        <p:spPr>
          <a:xfrm>
            <a:off x="5846805" y="1690686"/>
            <a:ext cx="4833551" cy="45865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en-US" sz="13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209DE5E-60CA-0F91-84BA-8EA13E692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5835" y="416816"/>
            <a:ext cx="2457965" cy="1225705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FD87755-F3B5-7C73-7B31-A4805327E84B}"/>
              </a:ext>
            </a:extLst>
          </p:cNvPr>
          <p:cNvSpPr txBox="1">
            <a:spLocks/>
          </p:cNvSpPr>
          <p:nvPr/>
        </p:nvSpPr>
        <p:spPr>
          <a:xfrm>
            <a:off x="6183527" y="1692272"/>
            <a:ext cx="4833551" cy="4586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/>
              <a:t>Core Business Benefits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  <a:p>
            <a:r>
              <a:rPr lang="en-US" sz="1600" dirty="0"/>
              <a:t>Reduces admin time</a:t>
            </a:r>
          </a:p>
          <a:p>
            <a:r>
              <a:rPr lang="en-US" sz="1600" dirty="0"/>
              <a:t>Improves client retention</a:t>
            </a:r>
          </a:p>
          <a:p>
            <a:r>
              <a:rPr lang="en-US" sz="1600" dirty="0"/>
              <a:t>Scales efficiently</a:t>
            </a:r>
          </a:p>
          <a:p>
            <a:r>
              <a:rPr lang="en-US" sz="1600" dirty="0"/>
              <a:t>Competitive edge</a:t>
            </a:r>
          </a:p>
          <a:p>
            <a:r>
              <a:rPr lang="en-US" sz="1600" dirty="0"/>
              <a:t>AI ready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0579CE0-2E9B-6247-301E-79DD92428A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6212048"/>
              </p:ext>
            </p:extLst>
          </p:nvPr>
        </p:nvGraphicFramePr>
        <p:xfrm>
          <a:off x="939799" y="1737525"/>
          <a:ext cx="4233562" cy="396973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116781">
                  <a:extLst>
                    <a:ext uri="{9D8B030D-6E8A-4147-A177-3AD203B41FA5}">
                      <a16:colId xmlns:a16="http://schemas.microsoft.com/office/drawing/2014/main" val="3878368354"/>
                    </a:ext>
                  </a:extLst>
                </a:gridCol>
                <a:gridCol w="2116781">
                  <a:extLst>
                    <a:ext uri="{9D8B030D-6E8A-4147-A177-3AD203B41FA5}">
                      <a16:colId xmlns:a16="http://schemas.microsoft.com/office/drawing/2014/main" val="2035607776"/>
                    </a:ext>
                  </a:extLst>
                </a:gridCol>
              </a:tblGrid>
              <a:tr h="539702">
                <a:tc>
                  <a:txBody>
                    <a:bodyPr/>
                    <a:lstStyle/>
                    <a:p>
                      <a:r>
                        <a:rPr lang="en-US" sz="1400" b="1" dirty="0"/>
                        <a:t>Pain 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Solution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5163429"/>
                  </a:ext>
                </a:extLst>
              </a:tr>
              <a:tr h="539702">
                <a:tc>
                  <a:txBody>
                    <a:bodyPr/>
                    <a:lstStyle/>
                    <a:p>
                      <a:r>
                        <a:rPr lang="en-US" sz="1400" dirty="0"/>
                        <a:t>Documents scattered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Single source of truth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3649682"/>
                  </a:ext>
                </a:extLst>
              </a:tr>
              <a:tr h="539702">
                <a:tc>
                  <a:txBody>
                    <a:bodyPr/>
                    <a:lstStyle/>
                    <a:p>
                      <a:r>
                        <a:rPr lang="en-US" sz="1400" dirty="0"/>
                        <a:t>No visibility on compliance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Compliance dashboard / overdue metrics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0827053"/>
                  </a:ext>
                </a:extLst>
              </a:tr>
              <a:tr h="539702">
                <a:tc>
                  <a:txBody>
                    <a:bodyPr/>
                    <a:lstStyle/>
                    <a:p>
                      <a:r>
                        <a:rPr lang="en-US" sz="1400" dirty="0"/>
                        <a:t>Clients can’t find documents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Self service portal 24/7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6003822"/>
                  </a:ext>
                </a:extLst>
              </a:tr>
              <a:tr h="539702">
                <a:tc>
                  <a:txBody>
                    <a:bodyPr/>
                    <a:lstStyle/>
                    <a:p>
                      <a:r>
                        <a:rPr lang="en-US" sz="1400" dirty="0"/>
                        <a:t>Consultants managing spreadsheets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Streamlined workflow per site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6467574"/>
                  </a:ext>
                </a:extLst>
              </a:tr>
              <a:tr h="663061">
                <a:tc>
                  <a:txBody>
                    <a:bodyPr/>
                    <a:lstStyle/>
                    <a:p>
                      <a:r>
                        <a:rPr lang="en-US" sz="1400" dirty="0"/>
                        <a:t>Security and GDPR concerns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Enterprise security with encrypted data, audit logs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6031124"/>
                  </a:ext>
                </a:extLst>
              </a:tr>
              <a:tr h="539702">
                <a:tc>
                  <a:txBody>
                    <a:bodyPr/>
                    <a:lstStyle/>
                    <a:p>
                      <a:r>
                        <a:rPr lang="en-US" sz="1400" dirty="0"/>
                        <a:t>AI automations hard to scale / streamline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Single portal with huge AI potential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76889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7264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DA009-F477-FE60-157F-ACEFB35F9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DEEC0-C3BF-CAD3-7192-2AE71EB04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it 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3449A-69E3-BA56-4210-5C38C94DB4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4833551" cy="458654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/>
              <a:t>For Clients:</a:t>
            </a:r>
          </a:p>
          <a:p>
            <a:r>
              <a:rPr lang="en-US" sz="1600" dirty="0"/>
              <a:t>Log in → See their sites and compliance status</a:t>
            </a:r>
          </a:p>
          <a:p>
            <a:r>
              <a:rPr lang="en-US" sz="1600" dirty="0"/>
              <a:t>Access documents → Download, review, request updates</a:t>
            </a:r>
          </a:p>
          <a:p>
            <a:r>
              <a:rPr lang="en-US" sz="1600" dirty="0"/>
              <a:t>Browse training → Request info or book courses</a:t>
            </a:r>
          </a:p>
          <a:p>
            <a:r>
              <a:rPr lang="en-US" sz="1600" dirty="0"/>
              <a:t>Get support → Submit tickets directly in the portal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For Consultants:</a:t>
            </a:r>
          </a:p>
          <a:p>
            <a:r>
              <a:rPr lang="en-US" sz="1600" dirty="0"/>
              <a:t>Assigned to specific client sites</a:t>
            </a:r>
          </a:p>
          <a:p>
            <a:r>
              <a:rPr lang="en-US" sz="1600" dirty="0"/>
              <a:t>Upload documents from template library</a:t>
            </a:r>
          </a:p>
          <a:p>
            <a:r>
              <a:rPr lang="en-US" sz="1600" dirty="0"/>
              <a:t>Track compliance and renewals</a:t>
            </a:r>
          </a:p>
          <a:p>
            <a:r>
              <a:rPr lang="en-US" sz="1600" dirty="0"/>
              <a:t>Respond to client requests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EEE61CA-C3F4-4459-6BEB-2CD4ACBEA6DC}"/>
              </a:ext>
            </a:extLst>
          </p:cNvPr>
          <p:cNvSpPr txBox="1">
            <a:spLocks/>
          </p:cNvSpPr>
          <p:nvPr/>
        </p:nvSpPr>
        <p:spPr>
          <a:xfrm>
            <a:off x="5846805" y="1690686"/>
            <a:ext cx="4833551" cy="45865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en-US" sz="13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B200A8-FE41-A019-5694-CB0FEF15D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5835" y="416816"/>
            <a:ext cx="2457965" cy="1225705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4A14414-4E6F-0121-9AC0-3C432EBD256F}"/>
              </a:ext>
            </a:extLst>
          </p:cNvPr>
          <p:cNvSpPr txBox="1">
            <a:spLocks/>
          </p:cNvSpPr>
          <p:nvPr/>
        </p:nvSpPr>
        <p:spPr>
          <a:xfrm>
            <a:off x="6183527" y="1692272"/>
            <a:ext cx="4833551" cy="4586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/>
              <a:t>For Admins:</a:t>
            </a:r>
          </a:p>
          <a:p>
            <a:r>
              <a:rPr lang="en-US" sz="1600" dirty="0"/>
              <a:t>Create companies and sites</a:t>
            </a:r>
          </a:p>
          <a:p>
            <a:r>
              <a:rPr lang="en-US" sz="1600" dirty="0"/>
              <a:t>Manage users and permissions</a:t>
            </a:r>
          </a:p>
          <a:p>
            <a:r>
              <a:rPr lang="en-US" sz="1600" dirty="0"/>
              <a:t>Maintain document template library</a:t>
            </a:r>
          </a:p>
          <a:p>
            <a:r>
              <a:rPr lang="en-US" sz="1600" dirty="0"/>
              <a:t>Oversee training content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/>
              <a:t>CURRENT STATUS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/>
              <a:t>✅ Core platform built and functional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/>
              <a:t>✅ Role-based access (Admin/Consultant/Client)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/>
              <a:t>✅ Document and training management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/>
              <a:t>✅ Multi-module (H&amp;S, HR, Employment Law)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/>
              <a:t>✅ Enterprise security foundation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668281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4E522-1FBB-8F3B-EE88-9C2B52BF5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1005B-4F66-EDFB-691A-FDB2ACA92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API Integrations - Accelo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DB52028-2A47-D5D5-C798-69676CBDF5E3}"/>
              </a:ext>
            </a:extLst>
          </p:cNvPr>
          <p:cNvSpPr txBox="1">
            <a:spLocks/>
          </p:cNvSpPr>
          <p:nvPr/>
        </p:nvSpPr>
        <p:spPr>
          <a:xfrm>
            <a:off x="5846805" y="1690686"/>
            <a:ext cx="4833551" cy="45865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/>
              <a:t>Possible integration features:</a:t>
            </a:r>
          </a:p>
          <a:p>
            <a:pPr marL="0" indent="0">
              <a:buNone/>
            </a:pPr>
            <a:endParaRPr lang="en-US" sz="1600" dirty="0"/>
          </a:p>
          <a:p>
            <a:r>
              <a:rPr lang="en-US" sz="1600" dirty="0"/>
              <a:t>Sync companies </a:t>
            </a:r>
          </a:p>
          <a:p>
            <a:r>
              <a:rPr lang="en-US" sz="1600" dirty="0"/>
              <a:t>Create support tickets</a:t>
            </a:r>
          </a:p>
          <a:p>
            <a:r>
              <a:rPr lang="en-US" sz="1600" dirty="0"/>
              <a:t>Activity logging</a:t>
            </a:r>
          </a:p>
          <a:p>
            <a:r>
              <a:rPr lang="en-US" sz="1600" dirty="0"/>
              <a:t>Contact sync</a:t>
            </a:r>
          </a:p>
          <a:p>
            <a:pPr lvl="1"/>
            <a:endParaRPr lang="en-US" sz="1300" dirty="0"/>
          </a:p>
          <a:p>
            <a:pPr lvl="1"/>
            <a:endParaRPr lang="en-US" sz="1300" dirty="0"/>
          </a:p>
          <a:p>
            <a:pPr marL="457200" lvl="1" indent="0">
              <a:buNone/>
            </a:pPr>
            <a:endParaRPr lang="en-US" sz="13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0D5DC3-AC2C-88F6-DA0E-0C35239A5D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5835" y="416816"/>
            <a:ext cx="2457965" cy="1225705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CB82F1B-3B75-B85E-29F0-616F4CFB70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8387360"/>
              </p:ext>
            </p:extLst>
          </p:nvPr>
        </p:nvGraphicFramePr>
        <p:xfrm>
          <a:off x="838200" y="1690686"/>
          <a:ext cx="4335162" cy="1458916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167581">
                  <a:extLst>
                    <a:ext uri="{9D8B030D-6E8A-4147-A177-3AD203B41FA5}">
                      <a16:colId xmlns:a16="http://schemas.microsoft.com/office/drawing/2014/main" val="2155531904"/>
                    </a:ext>
                  </a:extLst>
                </a:gridCol>
                <a:gridCol w="2167581">
                  <a:extLst>
                    <a:ext uri="{9D8B030D-6E8A-4147-A177-3AD203B41FA5}">
                      <a16:colId xmlns:a16="http://schemas.microsoft.com/office/drawing/2014/main" val="946918711"/>
                    </a:ext>
                  </a:extLst>
                </a:gridCol>
              </a:tblGrid>
              <a:tr h="364729">
                <a:tc>
                  <a:txBody>
                    <a:bodyPr/>
                    <a:lstStyle/>
                    <a:p>
                      <a:r>
                        <a:rPr lang="en-US" sz="1600" dirty="0"/>
                        <a:t>From Accelo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To Portal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6822094"/>
                  </a:ext>
                </a:extLst>
              </a:tr>
              <a:tr h="364729">
                <a:tc>
                  <a:txBody>
                    <a:bodyPr/>
                    <a:lstStyle/>
                    <a:p>
                      <a:r>
                        <a:rPr lang="en-US" sz="1400" dirty="0"/>
                        <a:t>Companies/Accounts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Companies in portal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364242"/>
                  </a:ext>
                </a:extLst>
              </a:tr>
              <a:tr h="364729">
                <a:tc>
                  <a:txBody>
                    <a:bodyPr/>
                    <a:lstStyle/>
                    <a:p>
                      <a:r>
                        <a:rPr lang="en-US" sz="1400" dirty="0"/>
                        <a:t>Contacts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Client Users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3287959"/>
                  </a:ext>
                </a:extLst>
              </a:tr>
              <a:tr h="364729">
                <a:tc>
                  <a:txBody>
                    <a:bodyPr/>
                    <a:lstStyle/>
                    <a:p>
                      <a:r>
                        <a:rPr lang="en-US" sz="1400" dirty="0"/>
                        <a:t>Projects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Could link to sites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1630041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E16D378-8C85-1984-CB1E-E72C43B4DB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2742435"/>
              </p:ext>
            </p:extLst>
          </p:nvPr>
        </p:nvGraphicFramePr>
        <p:xfrm>
          <a:off x="838200" y="3708399"/>
          <a:ext cx="4335162" cy="1398987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167581">
                  <a:extLst>
                    <a:ext uri="{9D8B030D-6E8A-4147-A177-3AD203B41FA5}">
                      <a16:colId xmlns:a16="http://schemas.microsoft.com/office/drawing/2014/main" val="2155531904"/>
                    </a:ext>
                  </a:extLst>
                </a:gridCol>
                <a:gridCol w="2167581">
                  <a:extLst>
                    <a:ext uri="{9D8B030D-6E8A-4147-A177-3AD203B41FA5}">
                      <a16:colId xmlns:a16="http://schemas.microsoft.com/office/drawing/2014/main" val="946918711"/>
                    </a:ext>
                  </a:extLst>
                </a:gridCol>
              </a:tblGrid>
              <a:tr h="364729">
                <a:tc>
                  <a:txBody>
                    <a:bodyPr/>
                    <a:lstStyle/>
                    <a:p>
                      <a:r>
                        <a:rPr lang="en-US" sz="1600" dirty="0"/>
                        <a:t>From Portal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To Accelo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6822094"/>
                  </a:ext>
                </a:extLst>
              </a:tr>
              <a:tr h="364729">
                <a:tc>
                  <a:txBody>
                    <a:bodyPr/>
                    <a:lstStyle/>
                    <a:p>
                      <a:r>
                        <a:rPr lang="en-US" sz="1400" dirty="0"/>
                        <a:t>Support requests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Create tickets/request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364242"/>
                  </a:ext>
                </a:extLst>
              </a:tr>
              <a:tr h="364729">
                <a:tc>
                  <a:txBody>
                    <a:bodyPr/>
                    <a:lstStyle/>
                    <a:p>
                      <a:r>
                        <a:rPr lang="en-US" sz="1400" dirty="0"/>
                        <a:t>Compliance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Update Co 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32879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/>
                        <a:t>Document Approvals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Log as activities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16300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0550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CF1F5-3D2D-CA3C-A707-7AC717C0D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4C8EA-EDB4-2438-7709-958075B3E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081" y="365125"/>
            <a:ext cx="11173127" cy="1325563"/>
          </a:xfrm>
        </p:spPr>
        <p:txBody>
          <a:bodyPr/>
          <a:lstStyle/>
          <a:p>
            <a:r>
              <a:rPr lang="en-US" dirty="0"/>
              <a:t>Security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DA2B8B-E21F-FB4F-989B-E951AD295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5835" y="416816"/>
            <a:ext cx="2457965" cy="1225705"/>
          </a:xfrm>
          <a:prstGeom prst="rect">
            <a:avLst/>
          </a:prstGeom>
        </p:spPr>
      </p:pic>
      <p:pic>
        <p:nvPicPr>
          <p:cNvPr id="13" name="Picture 12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81111ACB-F17D-93BB-1BFD-DEA68562A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082" y="1554997"/>
            <a:ext cx="3261472" cy="4586546"/>
          </a:xfrm>
          <a:prstGeom prst="rect">
            <a:avLst/>
          </a:prstGeom>
        </p:spPr>
      </p:pic>
      <p:pic>
        <p:nvPicPr>
          <p:cNvPr id="15" name="Picture 14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3B333D36-8B91-C8C8-D00D-9B19E25504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9370" y="1179051"/>
            <a:ext cx="3632530" cy="3893160"/>
          </a:xfrm>
          <a:prstGeom prst="rect">
            <a:avLst/>
          </a:prstGeom>
        </p:spPr>
      </p:pic>
      <p:pic>
        <p:nvPicPr>
          <p:cNvPr id="19" name="Picture 18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705FC4E0-BF2F-9953-C80D-E48CD3A55E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6316" y="1528103"/>
            <a:ext cx="4084893" cy="4586546"/>
          </a:xfrm>
          <a:prstGeom prst="rect">
            <a:avLst/>
          </a:prstGeom>
        </p:spPr>
      </p:pic>
      <p:pic>
        <p:nvPicPr>
          <p:cNvPr id="21" name="Picture 20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06FBEF38-4C75-52D4-8828-68366952F5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6670" y="5137903"/>
            <a:ext cx="3649839" cy="1259395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96F24B26-FE28-D42A-E6DD-895DBFE9A5AD}"/>
              </a:ext>
            </a:extLst>
          </p:cNvPr>
          <p:cNvSpPr/>
          <p:nvPr/>
        </p:nvSpPr>
        <p:spPr>
          <a:xfrm>
            <a:off x="578082" y="1554164"/>
            <a:ext cx="3261472" cy="350836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8D98B4-F0AF-42B8-7761-A3C547D77412}"/>
              </a:ext>
            </a:extLst>
          </p:cNvPr>
          <p:cNvSpPr/>
          <p:nvPr/>
        </p:nvSpPr>
        <p:spPr>
          <a:xfrm>
            <a:off x="3936670" y="4384072"/>
            <a:ext cx="3632530" cy="688139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0D733FA-94A2-4798-D9CF-01CCABF135A2}"/>
              </a:ext>
            </a:extLst>
          </p:cNvPr>
          <p:cNvSpPr/>
          <p:nvPr/>
        </p:nvSpPr>
        <p:spPr>
          <a:xfrm>
            <a:off x="3949370" y="5143415"/>
            <a:ext cx="3632530" cy="1253883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CBFD93F-329A-D2BA-8227-0EDB01F4DBE2}"/>
              </a:ext>
            </a:extLst>
          </p:cNvPr>
          <p:cNvSpPr/>
          <p:nvPr/>
        </p:nvSpPr>
        <p:spPr>
          <a:xfrm>
            <a:off x="7691715" y="1554164"/>
            <a:ext cx="4059493" cy="688139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7FD9FD-F330-9FBB-498E-C6B4CEBEB391}"/>
              </a:ext>
            </a:extLst>
          </p:cNvPr>
          <p:cNvSpPr/>
          <p:nvPr/>
        </p:nvSpPr>
        <p:spPr>
          <a:xfrm>
            <a:off x="7670925" y="5137904"/>
            <a:ext cx="4059493" cy="361944"/>
          </a:xfrm>
          <a:prstGeom prst="rect">
            <a:avLst/>
          </a:prstGeom>
          <a:noFill/>
          <a:ln w="38100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9641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536DB-9F58-BFAB-68BE-BAAEE380C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EE38F-B708-C88F-6BE9-3E00383B8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can it could go?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9B1E0-ED9D-9F2B-0A5F-70064D2F17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4833551" cy="458654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/>
              <a:t>AI-Powered Compliance Platform Vision</a:t>
            </a:r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r>
              <a:rPr lang="en-US" dirty="0"/>
              <a:t>With AI integration, the portal transforms from a document management tool, into an intelligent compliance partner.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6C0FD30-1DDE-CE94-788A-B9DA71EAD299}"/>
              </a:ext>
            </a:extLst>
          </p:cNvPr>
          <p:cNvSpPr txBox="1">
            <a:spLocks/>
          </p:cNvSpPr>
          <p:nvPr/>
        </p:nvSpPr>
        <p:spPr>
          <a:xfrm>
            <a:off x="5846805" y="1690686"/>
            <a:ext cx="4833551" cy="45865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en-US" sz="13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8094F7E-B769-9412-2F72-93B9085AE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5835" y="416816"/>
            <a:ext cx="2457965" cy="1225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3005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4816A-3C68-1B31-D31B-1FC948D1D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Automations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339F6-21A3-3FEF-8241-2C454D3BA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4833551" cy="458654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/>
              <a:t>Document &amp; Content Assistance</a:t>
            </a:r>
          </a:p>
          <a:p>
            <a:pPr marL="0" indent="0">
              <a:buNone/>
            </a:pPr>
            <a:endParaRPr lang="en-US" sz="1300" dirty="0"/>
          </a:p>
          <a:p>
            <a:pPr lvl="1"/>
            <a:r>
              <a:rPr lang="en-US" sz="1300" b="1" dirty="0"/>
              <a:t>AI Document Drafting </a:t>
            </a:r>
            <a:r>
              <a:rPr lang="en-US" sz="1300" dirty="0"/>
              <a:t>- Generate first drafts of documents based on templates and site-specific data</a:t>
            </a:r>
          </a:p>
          <a:p>
            <a:pPr lvl="1"/>
            <a:r>
              <a:rPr lang="en-US" sz="1300" b="1" dirty="0"/>
              <a:t>Document Summarisation </a:t>
            </a:r>
            <a:r>
              <a:rPr lang="en-US" sz="1300" dirty="0"/>
              <a:t>- Automatically summarise lengthy compliance documents for quick review</a:t>
            </a:r>
          </a:p>
          <a:p>
            <a:pPr lvl="1"/>
            <a:r>
              <a:rPr lang="en-US" sz="1300" b="1" dirty="0"/>
              <a:t>Smart Search </a:t>
            </a:r>
            <a:r>
              <a:rPr lang="en-US" sz="1300" dirty="0"/>
              <a:t>- Natural language search across all documents ("Show me fire safety policies updated in the last 6 months")</a:t>
            </a:r>
          </a:p>
          <a:p>
            <a:pPr marL="457200" lvl="1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600" b="1" dirty="0"/>
              <a:t>Compliance Intelligence</a:t>
            </a:r>
          </a:p>
          <a:p>
            <a:pPr marL="0" indent="0">
              <a:buNone/>
            </a:pPr>
            <a:endParaRPr lang="en-US" sz="1300" dirty="0"/>
          </a:p>
          <a:p>
            <a:pPr lvl="1"/>
            <a:r>
              <a:rPr lang="en-US" sz="1300" b="1" dirty="0"/>
              <a:t>Gap Analysis - </a:t>
            </a:r>
            <a:r>
              <a:rPr lang="en-US" sz="1300" dirty="0"/>
              <a:t>Analyze a site's documents against requirements and highlight missing or outdated items</a:t>
            </a:r>
          </a:p>
          <a:p>
            <a:pPr lvl="1"/>
            <a:r>
              <a:rPr lang="en-US" sz="1300" b="1" dirty="0"/>
              <a:t>Training Recommendations </a:t>
            </a:r>
            <a:r>
              <a:rPr lang="en-US" sz="1300" dirty="0"/>
              <a:t>- Suggest relevant training courses based on a site's compliance gaps or industry type</a:t>
            </a:r>
          </a:p>
          <a:p>
            <a:pPr lvl="1"/>
            <a:r>
              <a:rPr lang="en-US" sz="1300" b="1" dirty="0"/>
              <a:t>Risk Prioritisation </a:t>
            </a:r>
            <a:r>
              <a:rPr lang="en-US" sz="1300" dirty="0"/>
              <a:t>- Help identify and rank risks based on document analysis and site characteristics</a:t>
            </a:r>
          </a:p>
          <a:p>
            <a:endParaRPr lang="en-US" sz="13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25D313C-C5C9-7800-1950-13F3A3C36B8C}"/>
              </a:ext>
            </a:extLst>
          </p:cNvPr>
          <p:cNvSpPr txBox="1">
            <a:spLocks/>
          </p:cNvSpPr>
          <p:nvPr/>
        </p:nvSpPr>
        <p:spPr>
          <a:xfrm>
            <a:off x="5846805" y="1690686"/>
            <a:ext cx="4833551" cy="45865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/>
              <a:t>Client Support</a:t>
            </a:r>
          </a:p>
          <a:p>
            <a:pPr marL="0" indent="0">
              <a:buNone/>
            </a:pPr>
            <a:endParaRPr lang="en-US" sz="1300" dirty="0"/>
          </a:p>
          <a:p>
            <a:pPr lvl="1"/>
            <a:r>
              <a:rPr lang="en-US" sz="1300" b="1" dirty="0"/>
              <a:t>AI Chatbot </a:t>
            </a:r>
            <a:r>
              <a:rPr lang="en-US" sz="1300" dirty="0"/>
              <a:t>- Answer common client questions about compliance requirements, document status, or training</a:t>
            </a:r>
          </a:p>
          <a:p>
            <a:pPr lvl="1"/>
            <a:r>
              <a:rPr lang="en-US" sz="1300" b="1" dirty="0"/>
              <a:t>Smart Notifications </a:t>
            </a:r>
            <a:r>
              <a:rPr lang="en-US" sz="1300" dirty="0"/>
              <a:t>- Intelligent reminders that consider workload and prioritise urgent renewals</a:t>
            </a:r>
          </a:p>
          <a:p>
            <a:pPr marL="457200" lvl="1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600" b="1" dirty="0"/>
              <a:t>Consultant Productivity</a:t>
            </a:r>
          </a:p>
          <a:p>
            <a:pPr marL="0" indent="0">
              <a:buNone/>
            </a:pPr>
            <a:endParaRPr lang="en-US" sz="1300" dirty="0"/>
          </a:p>
          <a:p>
            <a:pPr lvl="1"/>
            <a:r>
              <a:rPr lang="en-US" sz="1300" b="1" dirty="0"/>
              <a:t>Auto-tagging </a:t>
            </a:r>
            <a:r>
              <a:rPr lang="en-US" sz="1300" dirty="0"/>
              <a:t>- Automatically categorise and tag uploaded documents</a:t>
            </a:r>
          </a:p>
          <a:p>
            <a:pPr lvl="1"/>
            <a:r>
              <a:rPr lang="en-US" sz="1300" b="1" dirty="0"/>
              <a:t>Meeting/Audit Prep </a:t>
            </a:r>
            <a:r>
              <a:rPr lang="en-US" sz="1300" dirty="0"/>
              <a:t>- Generate site compliance summaries before client meetings or audits</a:t>
            </a:r>
          </a:p>
          <a:p>
            <a:pPr marL="457200" lvl="1" indent="0">
              <a:buNone/>
            </a:pPr>
            <a:endParaRPr lang="en-US" sz="13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05A8F8D-C22E-6E9E-B468-9929B8345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5835" y="416816"/>
            <a:ext cx="2457965" cy="1225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571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3682</TotalTime>
  <Words>531</Words>
  <Application>Microsoft Macintosh PowerPoint</Application>
  <PresentationFormat>Widescreen</PresentationFormat>
  <Paragraphs>118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Contents</vt:lpstr>
      <vt:lpstr>What is the portal?</vt:lpstr>
      <vt:lpstr>Why does it have value?</vt:lpstr>
      <vt:lpstr>How does it work?</vt:lpstr>
      <vt:lpstr>API Integrations - Accelo</vt:lpstr>
      <vt:lpstr>Security</vt:lpstr>
      <vt:lpstr>Where can it could go?</vt:lpstr>
      <vt:lpstr>AI Automations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Adam Abrams</dc:creator>
  <cp:lastModifiedBy>Adam Abrams</cp:lastModifiedBy>
  <cp:revision>4</cp:revision>
  <dcterms:created xsi:type="dcterms:W3CDTF">2026-01-20T11:36:26Z</dcterms:created>
  <dcterms:modified xsi:type="dcterms:W3CDTF">2026-02-17T17:09:50Z</dcterms:modified>
</cp:coreProperties>
</file>